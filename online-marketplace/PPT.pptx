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84" r:id="rId1"/>
  </p:sldMasterIdLst>
  <p:notesMasterIdLst>
    <p:notesMasterId r:id="rId24"/>
  </p:notesMasterIdLst>
  <p:sldIdLst>
    <p:sldId id="349" r:id="rId2"/>
    <p:sldId id="287" r:id="rId3"/>
    <p:sldId id="257" r:id="rId4"/>
    <p:sldId id="260" r:id="rId5"/>
    <p:sldId id="351" r:id="rId6"/>
    <p:sldId id="340" r:id="rId7"/>
    <p:sldId id="359" r:id="rId8"/>
    <p:sldId id="357" r:id="rId9"/>
    <p:sldId id="358" r:id="rId10"/>
    <p:sldId id="360" r:id="rId11"/>
    <p:sldId id="266" r:id="rId12"/>
    <p:sldId id="343" r:id="rId13"/>
    <p:sldId id="344" r:id="rId14"/>
    <p:sldId id="350" r:id="rId15"/>
    <p:sldId id="275" r:id="rId16"/>
    <p:sldId id="354" r:id="rId17"/>
    <p:sldId id="355" r:id="rId18"/>
    <p:sldId id="356" r:id="rId19"/>
    <p:sldId id="352" r:id="rId20"/>
    <p:sldId id="270" r:id="rId21"/>
    <p:sldId id="271" r:id="rId22"/>
    <p:sldId id="320"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B5FF3"/>
    <a:srgbClr val="00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544" autoAdjust="0"/>
    <p:restoredTop sz="99822" autoAdjust="0"/>
  </p:normalViewPr>
  <p:slideViewPr>
    <p:cSldViewPr>
      <p:cViewPr varScale="1">
        <p:scale>
          <a:sx n="85" d="100"/>
          <a:sy n="85" d="100"/>
        </p:scale>
        <p:origin x="302" y="77"/>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51" d="100"/>
          <a:sy n="51" d="100"/>
        </p:scale>
        <p:origin x="-2736" y="-10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1F9B3BC-7FCA-4166-96E5-654288EED0B0}" type="datetimeFigureOut">
              <a:rPr lang="en-US" smtClean="0"/>
              <a:pPr/>
              <a:t>5/25/2023</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696B92D-2A32-4C16-979B-071562DB202E}" type="slidenum">
              <a:rPr lang="en-US" smtClean="0"/>
              <a:pPr/>
              <a:t>‹#›</a:t>
            </a:fld>
            <a:endParaRPr lang="en-US" dirty="0"/>
          </a:p>
        </p:txBody>
      </p:sp>
    </p:spTree>
    <p:extLst>
      <p:ext uri="{BB962C8B-B14F-4D97-AF65-F5344CB8AC3E}">
        <p14:creationId xmlns:p14="http://schemas.microsoft.com/office/powerpoint/2010/main" val="7268471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696B92D-2A32-4C16-979B-071562DB202E}" type="slidenum">
              <a:rPr lang="en-US" smtClean="0"/>
              <a:pPr/>
              <a:t>1</a:t>
            </a:fld>
            <a:endParaRPr lang="en-US" dirty="0"/>
          </a:p>
        </p:txBody>
      </p:sp>
    </p:spTree>
    <p:extLst>
      <p:ext uri="{BB962C8B-B14F-4D97-AF65-F5344CB8AC3E}">
        <p14:creationId xmlns:p14="http://schemas.microsoft.com/office/powerpoint/2010/main" val="31386609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IN" dirty="0"/>
          </a:p>
        </p:txBody>
      </p:sp>
      <p:sp>
        <p:nvSpPr>
          <p:cNvPr id="4" name="Slide Number Placeholder 3"/>
          <p:cNvSpPr>
            <a:spLocks noGrp="1"/>
          </p:cNvSpPr>
          <p:nvPr>
            <p:ph type="sldNum" sz="quarter" idx="10"/>
          </p:nvPr>
        </p:nvSpPr>
        <p:spPr/>
        <p:txBody>
          <a:bodyPr/>
          <a:lstStyle/>
          <a:p>
            <a:fld id="{1696B92D-2A32-4C16-979B-071562DB202E}" type="slidenum">
              <a:rPr lang="en-US" smtClean="0"/>
              <a:pPr/>
              <a:t>11</a:t>
            </a:fld>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IN" dirty="0"/>
          </a:p>
        </p:txBody>
      </p:sp>
      <p:sp>
        <p:nvSpPr>
          <p:cNvPr id="4" name="Slide Number Placeholder 3"/>
          <p:cNvSpPr>
            <a:spLocks noGrp="1"/>
          </p:cNvSpPr>
          <p:nvPr>
            <p:ph type="sldNum" sz="quarter" idx="10"/>
          </p:nvPr>
        </p:nvSpPr>
        <p:spPr/>
        <p:txBody>
          <a:bodyPr/>
          <a:lstStyle/>
          <a:p>
            <a:fld id="{1696B92D-2A32-4C16-979B-071562DB202E}" type="slidenum">
              <a:rPr lang="en-US" smtClean="0"/>
              <a:pPr/>
              <a:t>12</a:t>
            </a:fld>
            <a:endParaRPr lang="en-US" dirty="0"/>
          </a:p>
        </p:txBody>
      </p:sp>
    </p:spTree>
    <p:extLst>
      <p:ext uri="{BB962C8B-B14F-4D97-AF65-F5344CB8AC3E}">
        <p14:creationId xmlns:p14="http://schemas.microsoft.com/office/powerpoint/2010/main" val="26203192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IN" dirty="0"/>
          </a:p>
        </p:txBody>
      </p:sp>
      <p:sp>
        <p:nvSpPr>
          <p:cNvPr id="4" name="Slide Number Placeholder 3"/>
          <p:cNvSpPr>
            <a:spLocks noGrp="1"/>
          </p:cNvSpPr>
          <p:nvPr>
            <p:ph type="sldNum" sz="quarter" idx="10"/>
          </p:nvPr>
        </p:nvSpPr>
        <p:spPr/>
        <p:txBody>
          <a:bodyPr/>
          <a:lstStyle/>
          <a:p>
            <a:fld id="{1696B92D-2A32-4C16-979B-071562DB202E}" type="slidenum">
              <a:rPr lang="en-US" smtClean="0"/>
              <a:pPr/>
              <a:t>13</a:t>
            </a:fld>
            <a:endParaRPr lang="en-US" dirty="0"/>
          </a:p>
        </p:txBody>
      </p:sp>
    </p:spTree>
    <p:extLst>
      <p:ext uri="{BB962C8B-B14F-4D97-AF65-F5344CB8AC3E}">
        <p14:creationId xmlns:p14="http://schemas.microsoft.com/office/powerpoint/2010/main" val="129644262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IN" dirty="0"/>
          </a:p>
        </p:txBody>
      </p:sp>
      <p:sp>
        <p:nvSpPr>
          <p:cNvPr id="4" name="Slide Number Placeholder 3"/>
          <p:cNvSpPr>
            <a:spLocks noGrp="1"/>
          </p:cNvSpPr>
          <p:nvPr>
            <p:ph type="sldNum" sz="quarter" idx="10"/>
          </p:nvPr>
        </p:nvSpPr>
        <p:spPr/>
        <p:txBody>
          <a:bodyPr/>
          <a:lstStyle/>
          <a:p>
            <a:fld id="{1696B92D-2A32-4C16-979B-071562DB202E}" type="slidenum">
              <a:rPr lang="en-US" smtClean="0"/>
              <a:pPr/>
              <a:t>14</a:t>
            </a:fld>
            <a:endParaRPr lang="en-US" dirty="0"/>
          </a:p>
        </p:txBody>
      </p:sp>
    </p:spTree>
    <p:extLst>
      <p:ext uri="{BB962C8B-B14F-4D97-AF65-F5344CB8AC3E}">
        <p14:creationId xmlns:p14="http://schemas.microsoft.com/office/powerpoint/2010/main" val="6367043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IN" dirty="0"/>
          </a:p>
        </p:txBody>
      </p:sp>
      <p:sp>
        <p:nvSpPr>
          <p:cNvPr id="4" name="Slide Number Placeholder 3"/>
          <p:cNvSpPr>
            <a:spLocks noGrp="1"/>
          </p:cNvSpPr>
          <p:nvPr>
            <p:ph type="sldNum" sz="quarter" idx="10"/>
          </p:nvPr>
        </p:nvSpPr>
        <p:spPr/>
        <p:txBody>
          <a:bodyPr/>
          <a:lstStyle/>
          <a:p>
            <a:fld id="{1696B92D-2A32-4C16-979B-071562DB202E}" type="slidenum">
              <a:rPr lang="en-US" smtClean="0"/>
              <a:pPr/>
              <a:t>15</a:t>
            </a:fld>
            <a:endParaRPr 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IN" dirty="0"/>
          </a:p>
        </p:txBody>
      </p:sp>
      <p:sp>
        <p:nvSpPr>
          <p:cNvPr id="4" name="Slide Number Placeholder 3"/>
          <p:cNvSpPr>
            <a:spLocks noGrp="1"/>
          </p:cNvSpPr>
          <p:nvPr>
            <p:ph type="sldNum" sz="quarter" idx="10"/>
          </p:nvPr>
        </p:nvSpPr>
        <p:spPr/>
        <p:txBody>
          <a:bodyPr/>
          <a:lstStyle/>
          <a:p>
            <a:fld id="{1696B92D-2A32-4C16-979B-071562DB202E}" type="slidenum">
              <a:rPr lang="en-US" smtClean="0"/>
              <a:pPr/>
              <a:t>16</a:t>
            </a:fld>
            <a:endParaRPr lang="en-US" dirty="0"/>
          </a:p>
        </p:txBody>
      </p:sp>
    </p:spTree>
    <p:extLst>
      <p:ext uri="{BB962C8B-B14F-4D97-AF65-F5344CB8AC3E}">
        <p14:creationId xmlns:p14="http://schemas.microsoft.com/office/powerpoint/2010/main" val="262330923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IN" dirty="0"/>
          </a:p>
        </p:txBody>
      </p:sp>
      <p:sp>
        <p:nvSpPr>
          <p:cNvPr id="4" name="Slide Number Placeholder 3"/>
          <p:cNvSpPr>
            <a:spLocks noGrp="1"/>
          </p:cNvSpPr>
          <p:nvPr>
            <p:ph type="sldNum" sz="quarter" idx="10"/>
          </p:nvPr>
        </p:nvSpPr>
        <p:spPr/>
        <p:txBody>
          <a:bodyPr/>
          <a:lstStyle/>
          <a:p>
            <a:fld id="{1696B92D-2A32-4C16-979B-071562DB202E}" type="slidenum">
              <a:rPr lang="en-US" smtClean="0"/>
              <a:pPr/>
              <a:t>17</a:t>
            </a:fld>
            <a:endParaRPr lang="en-US" dirty="0"/>
          </a:p>
        </p:txBody>
      </p:sp>
    </p:spTree>
    <p:extLst>
      <p:ext uri="{BB962C8B-B14F-4D97-AF65-F5344CB8AC3E}">
        <p14:creationId xmlns:p14="http://schemas.microsoft.com/office/powerpoint/2010/main" val="343348712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IN" dirty="0"/>
          </a:p>
        </p:txBody>
      </p:sp>
      <p:sp>
        <p:nvSpPr>
          <p:cNvPr id="4" name="Slide Number Placeholder 3"/>
          <p:cNvSpPr>
            <a:spLocks noGrp="1"/>
          </p:cNvSpPr>
          <p:nvPr>
            <p:ph type="sldNum" sz="quarter" idx="10"/>
          </p:nvPr>
        </p:nvSpPr>
        <p:spPr/>
        <p:txBody>
          <a:bodyPr/>
          <a:lstStyle/>
          <a:p>
            <a:fld id="{1696B92D-2A32-4C16-979B-071562DB202E}" type="slidenum">
              <a:rPr lang="en-US" smtClean="0"/>
              <a:pPr/>
              <a:t>18</a:t>
            </a:fld>
            <a:endParaRPr lang="en-US" dirty="0"/>
          </a:p>
        </p:txBody>
      </p:sp>
    </p:spTree>
    <p:extLst>
      <p:ext uri="{BB962C8B-B14F-4D97-AF65-F5344CB8AC3E}">
        <p14:creationId xmlns:p14="http://schemas.microsoft.com/office/powerpoint/2010/main" val="152233905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IN" dirty="0"/>
          </a:p>
        </p:txBody>
      </p:sp>
      <p:sp>
        <p:nvSpPr>
          <p:cNvPr id="4" name="Slide Number Placeholder 3"/>
          <p:cNvSpPr>
            <a:spLocks noGrp="1"/>
          </p:cNvSpPr>
          <p:nvPr>
            <p:ph type="sldNum" sz="quarter" idx="10"/>
          </p:nvPr>
        </p:nvSpPr>
        <p:spPr/>
        <p:txBody>
          <a:bodyPr/>
          <a:lstStyle/>
          <a:p>
            <a:fld id="{1696B92D-2A32-4C16-979B-071562DB202E}" type="slidenum">
              <a:rPr lang="en-US" smtClean="0"/>
              <a:pPr/>
              <a:t>19</a:t>
            </a:fld>
            <a:endParaRPr lang="en-US" dirty="0"/>
          </a:p>
        </p:txBody>
      </p:sp>
    </p:spTree>
    <p:extLst>
      <p:ext uri="{BB962C8B-B14F-4D97-AF65-F5344CB8AC3E}">
        <p14:creationId xmlns:p14="http://schemas.microsoft.com/office/powerpoint/2010/main" val="30989259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r>
              <a:rPr lang="en-US"/>
              <a:t>VIII Semester, Department of ISE, RNSIT</a:t>
            </a:r>
            <a:endParaRPr lang="en-US" dirty="0"/>
          </a:p>
        </p:txBody>
      </p:sp>
      <p:sp>
        <p:nvSpPr>
          <p:cNvPr id="5" name="Footer Placeholder 4"/>
          <p:cNvSpPr>
            <a:spLocks noGrp="1"/>
          </p:cNvSpPr>
          <p:nvPr>
            <p:ph type="ftr" sz="quarter" idx="11"/>
          </p:nvPr>
        </p:nvSpPr>
        <p:spPr/>
        <p:txBody>
          <a:bodyPr/>
          <a:lstStyle/>
          <a:p>
            <a:r>
              <a:rPr lang="en-US"/>
              <a:t>2022 - 2023</a:t>
            </a:r>
            <a:endParaRPr lang="en-US" dirty="0"/>
          </a:p>
        </p:txBody>
      </p:sp>
      <p:sp>
        <p:nvSpPr>
          <p:cNvPr id="6" name="Slide Number Placeholder 5"/>
          <p:cNvSpPr>
            <a:spLocks noGrp="1"/>
          </p:cNvSpPr>
          <p:nvPr>
            <p:ph type="sldNum" sz="quarter" idx="12"/>
          </p:nvPr>
        </p:nvSpPr>
        <p:spPr/>
        <p:txBody>
          <a:bodyPr/>
          <a:lstStyle/>
          <a:p>
            <a:fld id="{5B4F5413-E548-45A8-B9DD-11B71454D5CA}" type="slidenum">
              <a:rPr lang="en-US" smtClean="0"/>
              <a:pPr/>
              <a:t>‹#›</a:t>
            </a:fld>
            <a:endParaRPr lang="en-US" dirty="0"/>
          </a:p>
        </p:txBody>
      </p:sp>
    </p:spTree>
    <p:extLst>
      <p:ext uri="{BB962C8B-B14F-4D97-AF65-F5344CB8AC3E}">
        <p14:creationId xmlns:p14="http://schemas.microsoft.com/office/powerpoint/2010/main" val="5308026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VIII Semester, Department of ISE, RNSIT</a:t>
            </a:r>
            <a:endParaRPr lang="en-US" dirty="0"/>
          </a:p>
        </p:txBody>
      </p:sp>
      <p:sp>
        <p:nvSpPr>
          <p:cNvPr id="5" name="Footer Placeholder 4"/>
          <p:cNvSpPr>
            <a:spLocks noGrp="1"/>
          </p:cNvSpPr>
          <p:nvPr>
            <p:ph type="ftr" sz="quarter" idx="11"/>
          </p:nvPr>
        </p:nvSpPr>
        <p:spPr/>
        <p:txBody>
          <a:bodyPr/>
          <a:lstStyle/>
          <a:p>
            <a:r>
              <a:rPr lang="en-US"/>
              <a:t>2022 - 2023</a:t>
            </a:r>
            <a:endParaRPr lang="en-US" dirty="0"/>
          </a:p>
        </p:txBody>
      </p:sp>
      <p:sp>
        <p:nvSpPr>
          <p:cNvPr id="6" name="Slide Number Placeholder 5"/>
          <p:cNvSpPr>
            <a:spLocks noGrp="1"/>
          </p:cNvSpPr>
          <p:nvPr>
            <p:ph type="sldNum" sz="quarter" idx="12"/>
          </p:nvPr>
        </p:nvSpPr>
        <p:spPr/>
        <p:txBody>
          <a:bodyPr/>
          <a:lstStyle/>
          <a:p>
            <a:fld id="{5B4F5413-E548-45A8-B9DD-11B71454D5CA}" type="slidenum">
              <a:rPr lang="en-US" smtClean="0"/>
              <a:pPr/>
              <a:t>‹#›</a:t>
            </a:fld>
            <a:endParaRPr lang="en-US" dirty="0"/>
          </a:p>
        </p:txBody>
      </p:sp>
    </p:spTree>
    <p:extLst>
      <p:ext uri="{BB962C8B-B14F-4D97-AF65-F5344CB8AC3E}">
        <p14:creationId xmlns:p14="http://schemas.microsoft.com/office/powerpoint/2010/main" val="22786666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VIII Semester, Department of ISE, RNSIT</a:t>
            </a:r>
            <a:endParaRPr lang="en-US" dirty="0"/>
          </a:p>
        </p:txBody>
      </p:sp>
      <p:sp>
        <p:nvSpPr>
          <p:cNvPr id="5" name="Footer Placeholder 4"/>
          <p:cNvSpPr>
            <a:spLocks noGrp="1"/>
          </p:cNvSpPr>
          <p:nvPr>
            <p:ph type="ftr" sz="quarter" idx="11"/>
          </p:nvPr>
        </p:nvSpPr>
        <p:spPr/>
        <p:txBody>
          <a:bodyPr/>
          <a:lstStyle/>
          <a:p>
            <a:r>
              <a:rPr lang="en-US"/>
              <a:t>2022 - 2023</a:t>
            </a:r>
            <a:endParaRPr lang="en-US" dirty="0"/>
          </a:p>
        </p:txBody>
      </p:sp>
      <p:sp>
        <p:nvSpPr>
          <p:cNvPr id="6" name="Slide Number Placeholder 5"/>
          <p:cNvSpPr>
            <a:spLocks noGrp="1"/>
          </p:cNvSpPr>
          <p:nvPr>
            <p:ph type="sldNum" sz="quarter" idx="12"/>
          </p:nvPr>
        </p:nvSpPr>
        <p:spPr/>
        <p:txBody>
          <a:bodyPr/>
          <a:lstStyle/>
          <a:p>
            <a:fld id="{5B4F5413-E548-45A8-B9DD-11B71454D5CA}" type="slidenum">
              <a:rPr lang="en-US" smtClean="0"/>
              <a:pPr/>
              <a:t>‹#›</a:t>
            </a:fld>
            <a:endParaRPr lang="en-US" dirty="0"/>
          </a:p>
        </p:txBody>
      </p:sp>
    </p:spTree>
    <p:extLst>
      <p:ext uri="{BB962C8B-B14F-4D97-AF65-F5344CB8AC3E}">
        <p14:creationId xmlns:p14="http://schemas.microsoft.com/office/powerpoint/2010/main" val="6649068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r>
              <a:rPr lang="en-US"/>
              <a:t>VIII Semester, Department of ISE, RNSIT</a:t>
            </a:r>
            <a:endParaRPr lang="en-US" dirty="0"/>
          </a:p>
        </p:txBody>
      </p:sp>
      <p:sp>
        <p:nvSpPr>
          <p:cNvPr id="6" name="Footer Placeholder 5"/>
          <p:cNvSpPr>
            <a:spLocks noGrp="1"/>
          </p:cNvSpPr>
          <p:nvPr>
            <p:ph type="ftr" sz="quarter" idx="11"/>
          </p:nvPr>
        </p:nvSpPr>
        <p:spPr/>
        <p:txBody>
          <a:bodyPr/>
          <a:lstStyle/>
          <a:p>
            <a:r>
              <a:rPr lang="en-US"/>
              <a:t>2022 - 2023</a:t>
            </a:r>
            <a:endParaRPr lang="en-US" dirty="0"/>
          </a:p>
        </p:txBody>
      </p:sp>
      <p:sp>
        <p:nvSpPr>
          <p:cNvPr id="7" name="Slide Number Placeholder 6"/>
          <p:cNvSpPr>
            <a:spLocks noGrp="1"/>
          </p:cNvSpPr>
          <p:nvPr>
            <p:ph type="sldNum" sz="quarter" idx="12"/>
          </p:nvPr>
        </p:nvSpPr>
        <p:spPr/>
        <p:txBody>
          <a:bodyPr/>
          <a:lstStyle/>
          <a:p>
            <a:fld id="{5B4F5413-E548-45A8-B9DD-11B71454D5CA}" type="slidenum">
              <a:rPr lang="en-US" smtClean="0"/>
              <a:pPr/>
              <a:t>‹#›</a:t>
            </a:fld>
            <a:endParaRPr lang="en-US" dirty="0"/>
          </a:p>
        </p:txBody>
      </p:sp>
    </p:spTree>
    <p:extLst>
      <p:ext uri="{BB962C8B-B14F-4D97-AF65-F5344CB8AC3E}">
        <p14:creationId xmlns:p14="http://schemas.microsoft.com/office/powerpoint/2010/main" val="23868086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r>
              <a:rPr lang="en-US"/>
              <a:t>VIII Semester, Department of ISE, RNSIT</a:t>
            </a:r>
            <a:endParaRPr lang="en-US" dirty="0"/>
          </a:p>
        </p:txBody>
      </p:sp>
      <p:sp>
        <p:nvSpPr>
          <p:cNvPr id="8" name="Footer Placeholder 7"/>
          <p:cNvSpPr>
            <a:spLocks noGrp="1"/>
          </p:cNvSpPr>
          <p:nvPr>
            <p:ph type="ftr" sz="quarter" idx="11"/>
          </p:nvPr>
        </p:nvSpPr>
        <p:spPr/>
        <p:txBody>
          <a:bodyPr/>
          <a:lstStyle/>
          <a:p>
            <a:r>
              <a:rPr lang="en-US"/>
              <a:t>2022 - 2023</a:t>
            </a:r>
            <a:endParaRPr lang="en-US" dirty="0"/>
          </a:p>
        </p:txBody>
      </p:sp>
      <p:sp>
        <p:nvSpPr>
          <p:cNvPr id="9" name="Slide Number Placeholder 8"/>
          <p:cNvSpPr>
            <a:spLocks noGrp="1"/>
          </p:cNvSpPr>
          <p:nvPr>
            <p:ph type="sldNum" sz="quarter" idx="12"/>
          </p:nvPr>
        </p:nvSpPr>
        <p:spPr/>
        <p:txBody>
          <a:bodyPr/>
          <a:lstStyle/>
          <a:p>
            <a:fld id="{5B4F5413-E548-45A8-B9DD-11B71454D5CA}" type="slidenum">
              <a:rPr lang="en-US" smtClean="0"/>
              <a:pPr/>
              <a:t>‹#›</a:t>
            </a:fld>
            <a:endParaRPr lang="en-US" dirty="0"/>
          </a:p>
        </p:txBody>
      </p:sp>
    </p:spTree>
    <p:extLst>
      <p:ext uri="{BB962C8B-B14F-4D97-AF65-F5344CB8AC3E}">
        <p14:creationId xmlns:p14="http://schemas.microsoft.com/office/powerpoint/2010/main" val="33085743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r>
              <a:rPr lang="en-US"/>
              <a:t>VIII Semester, Department of ISE, RNSIT</a:t>
            </a:r>
            <a:endParaRPr lang="en-US" dirty="0"/>
          </a:p>
        </p:txBody>
      </p:sp>
      <p:sp>
        <p:nvSpPr>
          <p:cNvPr id="4" name="Footer Placeholder 3"/>
          <p:cNvSpPr>
            <a:spLocks noGrp="1"/>
          </p:cNvSpPr>
          <p:nvPr>
            <p:ph type="ftr" sz="quarter" idx="11"/>
          </p:nvPr>
        </p:nvSpPr>
        <p:spPr/>
        <p:txBody>
          <a:bodyPr/>
          <a:lstStyle/>
          <a:p>
            <a:r>
              <a:rPr lang="en-US"/>
              <a:t>2022 - 2023</a:t>
            </a:r>
            <a:endParaRPr lang="en-US" dirty="0"/>
          </a:p>
        </p:txBody>
      </p:sp>
      <p:sp>
        <p:nvSpPr>
          <p:cNvPr id="5" name="Slide Number Placeholder 4"/>
          <p:cNvSpPr>
            <a:spLocks noGrp="1"/>
          </p:cNvSpPr>
          <p:nvPr>
            <p:ph type="sldNum" sz="quarter" idx="12"/>
          </p:nvPr>
        </p:nvSpPr>
        <p:spPr/>
        <p:txBody>
          <a:bodyPr/>
          <a:lstStyle/>
          <a:p>
            <a:fld id="{5B4F5413-E548-45A8-B9DD-11B71454D5CA}" type="slidenum">
              <a:rPr lang="en-US" smtClean="0"/>
              <a:pPr/>
              <a:t>‹#›</a:t>
            </a:fld>
            <a:endParaRPr lang="en-US" dirty="0"/>
          </a:p>
        </p:txBody>
      </p:sp>
    </p:spTree>
    <p:extLst>
      <p:ext uri="{BB962C8B-B14F-4D97-AF65-F5344CB8AC3E}">
        <p14:creationId xmlns:p14="http://schemas.microsoft.com/office/powerpoint/2010/main" val="16446706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VIII Semester, Department of ISE, RNSIT</a:t>
            </a:r>
            <a:endParaRPr lang="en-US" dirty="0"/>
          </a:p>
        </p:txBody>
      </p:sp>
      <p:sp>
        <p:nvSpPr>
          <p:cNvPr id="3" name="Footer Placeholder 2"/>
          <p:cNvSpPr>
            <a:spLocks noGrp="1"/>
          </p:cNvSpPr>
          <p:nvPr>
            <p:ph type="ftr" sz="quarter" idx="11"/>
          </p:nvPr>
        </p:nvSpPr>
        <p:spPr/>
        <p:txBody>
          <a:bodyPr/>
          <a:lstStyle/>
          <a:p>
            <a:r>
              <a:rPr lang="en-US"/>
              <a:t>2022 - 2023</a:t>
            </a:r>
            <a:endParaRPr lang="en-US" dirty="0"/>
          </a:p>
        </p:txBody>
      </p:sp>
      <p:sp>
        <p:nvSpPr>
          <p:cNvPr id="4" name="Slide Number Placeholder 3"/>
          <p:cNvSpPr>
            <a:spLocks noGrp="1"/>
          </p:cNvSpPr>
          <p:nvPr>
            <p:ph type="sldNum" sz="quarter" idx="12"/>
          </p:nvPr>
        </p:nvSpPr>
        <p:spPr/>
        <p:txBody>
          <a:bodyPr/>
          <a:lstStyle/>
          <a:p>
            <a:fld id="{5B4F5413-E548-45A8-B9DD-11B71454D5CA}" type="slidenum">
              <a:rPr lang="en-US" smtClean="0"/>
              <a:pPr/>
              <a:t>‹#›</a:t>
            </a:fld>
            <a:endParaRPr lang="en-US" dirty="0"/>
          </a:p>
        </p:txBody>
      </p:sp>
    </p:spTree>
    <p:extLst>
      <p:ext uri="{BB962C8B-B14F-4D97-AF65-F5344CB8AC3E}">
        <p14:creationId xmlns:p14="http://schemas.microsoft.com/office/powerpoint/2010/main" val="2611999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VIII Semester, Department of ISE, RNSIT</a:t>
            </a:r>
            <a:endParaRPr lang="en-US" dirty="0"/>
          </a:p>
        </p:txBody>
      </p:sp>
      <p:sp>
        <p:nvSpPr>
          <p:cNvPr id="6" name="Footer Placeholder 5"/>
          <p:cNvSpPr>
            <a:spLocks noGrp="1"/>
          </p:cNvSpPr>
          <p:nvPr>
            <p:ph type="ftr" sz="quarter" idx="11"/>
          </p:nvPr>
        </p:nvSpPr>
        <p:spPr/>
        <p:txBody>
          <a:bodyPr/>
          <a:lstStyle/>
          <a:p>
            <a:r>
              <a:rPr lang="en-US"/>
              <a:t>2022 - 2023</a:t>
            </a:r>
            <a:endParaRPr lang="en-US" dirty="0"/>
          </a:p>
        </p:txBody>
      </p:sp>
      <p:sp>
        <p:nvSpPr>
          <p:cNvPr id="7" name="Slide Number Placeholder 6"/>
          <p:cNvSpPr>
            <a:spLocks noGrp="1"/>
          </p:cNvSpPr>
          <p:nvPr>
            <p:ph type="sldNum" sz="quarter" idx="12"/>
          </p:nvPr>
        </p:nvSpPr>
        <p:spPr/>
        <p:txBody>
          <a:bodyPr/>
          <a:lstStyle/>
          <a:p>
            <a:fld id="{5B4F5413-E548-45A8-B9DD-11B71454D5CA}" type="slidenum">
              <a:rPr lang="en-US" smtClean="0"/>
              <a:pPr/>
              <a:t>‹#›</a:t>
            </a:fld>
            <a:endParaRPr lang="en-US" dirty="0"/>
          </a:p>
        </p:txBody>
      </p:sp>
    </p:spTree>
    <p:extLst>
      <p:ext uri="{BB962C8B-B14F-4D97-AF65-F5344CB8AC3E}">
        <p14:creationId xmlns:p14="http://schemas.microsoft.com/office/powerpoint/2010/main" val="13559836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VIII Semester, Department of ISE, RNSIT</a:t>
            </a:r>
            <a:endParaRPr lang="en-US" dirty="0"/>
          </a:p>
        </p:txBody>
      </p:sp>
      <p:sp>
        <p:nvSpPr>
          <p:cNvPr id="6" name="Footer Placeholder 5"/>
          <p:cNvSpPr>
            <a:spLocks noGrp="1"/>
          </p:cNvSpPr>
          <p:nvPr>
            <p:ph type="ftr" sz="quarter" idx="11"/>
          </p:nvPr>
        </p:nvSpPr>
        <p:spPr/>
        <p:txBody>
          <a:bodyPr/>
          <a:lstStyle/>
          <a:p>
            <a:r>
              <a:rPr lang="en-US"/>
              <a:t>2022 - 2023</a:t>
            </a:r>
            <a:endParaRPr lang="en-US" dirty="0"/>
          </a:p>
        </p:txBody>
      </p:sp>
      <p:sp>
        <p:nvSpPr>
          <p:cNvPr id="7" name="Slide Number Placeholder 6"/>
          <p:cNvSpPr>
            <a:spLocks noGrp="1"/>
          </p:cNvSpPr>
          <p:nvPr>
            <p:ph type="sldNum" sz="quarter" idx="12"/>
          </p:nvPr>
        </p:nvSpPr>
        <p:spPr/>
        <p:txBody>
          <a:bodyPr/>
          <a:lstStyle/>
          <a:p>
            <a:fld id="{5B4F5413-E548-45A8-B9DD-11B71454D5CA}" type="slidenum">
              <a:rPr lang="en-US" smtClean="0"/>
              <a:pPr/>
              <a:t>‹#›</a:t>
            </a:fld>
            <a:endParaRPr lang="en-US" dirty="0"/>
          </a:p>
        </p:txBody>
      </p:sp>
    </p:spTree>
    <p:extLst>
      <p:ext uri="{BB962C8B-B14F-4D97-AF65-F5344CB8AC3E}">
        <p14:creationId xmlns:p14="http://schemas.microsoft.com/office/powerpoint/2010/main" val="6876445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VIII Semester, Department of ISE, RNSIT</a:t>
            </a:r>
            <a:endParaRPr lang="en-US" dirty="0"/>
          </a:p>
        </p:txBody>
      </p:sp>
      <p:sp>
        <p:nvSpPr>
          <p:cNvPr id="5" name="Footer Placeholder 4"/>
          <p:cNvSpPr>
            <a:spLocks noGrp="1"/>
          </p:cNvSpPr>
          <p:nvPr>
            <p:ph type="ftr" sz="quarter" idx="11"/>
          </p:nvPr>
        </p:nvSpPr>
        <p:spPr/>
        <p:txBody>
          <a:bodyPr/>
          <a:lstStyle/>
          <a:p>
            <a:r>
              <a:rPr lang="en-US"/>
              <a:t>2022 - 2023</a:t>
            </a:r>
            <a:endParaRPr lang="en-US" dirty="0"/>
          </a:p>
        </p:txBody>
      </p:sp>
      <p:sp>
        <p:nvSpPr>
          <p:cNvPr id="6" name="Slide Number Placeholder 5"/>
          <p:cNvSpPr>
            <a:spLocks noGrp="1"/>
          </p:cNvSpPr>
          <p:nvPr>
            <p:ph type="sldNum" sz="quarter" idx="12"/>
          </p:nvPr>
        </p:nvSpPr>
        <p:spPr/>
        <p:txBody>
          <a:bodyPr/>
          <a:lstStyle/>
          <a:p>
            <a:fld id="{5B4F5413-E548-45A8-B9DD-11B71454D5CA}" type="slidenum">
              <a:rPr lang="en-US" smtClean="0"/>
              <a:pPr/>
              <a:t>‹#›</a:t>
            </a:fld>
            <a:endParaRPr lang="en-US" dirty="0"/>
          </a:p>
        </p:txBody>
      </p:sp>
    </p:spTree>
    <p:extLst>
      <p:ext uri="{BB962C8B-B14F-4D97-AF65-F5344CB8AC3E}">
        <p14:creationId xmlns:p14="http://schemas.microsoft.com/office/powerpoint/2010/main" val="17939007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VIII Semester, Department of ISE, RNSIT</a:t>
            </a:r>
            <a:endParaRPr lang="en-US" dirty="0"/>
          </a:p>
        </p:txBody>
      </p:sp>
      <p:sp>
        <p:nvSpPr>
          <p:cNvPr id="5" name="Footer Placeholder 4"/>
          <p:cNvSpPr>
            <a:spLocks noGrp="1"/>
          </p:cNvSpPr>
          <p:nvPr>
            <p:ph type="ftr" sz="quarter" idx="11"/>
          </p:nvPr>
        </p:nvSpPr>
        <p:spPr/>
        <p:txBody>
          <a:bodyPr/>
          <a:lstStyle/>
          <a:p>
            <a:r>
              <a:rPr lang="en-US"/>
              <a:t>2022 - 2023</a:t>
            </a:r>
            <a:endParaRPr lang="en-US" dirty="0"/>
          </a:p>
        </p:txBody>
      </p:sp>
      <p:sp>
        <p:nvSpPr>
          <p:cNvPr id="6" name="Slide Number Placeholder 5"/>
          <p:cNvSpPr>
            <a:spLocks noGrp="1"/>
          </p:cNvSpPr>
          <p:nvPr>
            <p:ph type="sldNum" sz="quarter" idx="12"/>
          </p:nvPr>
        </p:nvSpPr>
        <p:spPr/>
        <p:txBody>
          <a:bodyPr/>
          <a:lstStyle/>
          <a:p>
            <a:fld id="{5B4F5413-E548-45A8-B9DD-11B71454D5CA}" type="slidenum">
              <a:rPr lang="en-US" smtClean="0"/>
              <a:pPr/>
              <a:t>‹#›</a:t>
            </a:fld>
            <a:endParaRPr lang="en-US" dirty="0"/>
          </a:p>
        </p:txBody>
      </p:sp>
    </p:spTree>
    <p:extLst>
      <p:ext uri="{BB962C8B-B14F-4D97-AF65-F5344CB8AC3E}">
        <p14:creationId xmlns:p14="http://schemas.microsoft.com/office/powerpoint/2010/main" val="21479405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6"/>
            <a:ext cx="10515600" cy="694162"/>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190898"/>
            <a:ext cx="10515600" cy="503384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3200400" cy="365125"/>
          </a:xfrm>
          <a:prstGeom prst="rect">
            <a:avLst/>
          </a:prstGeom>
        </p:spPr>
        <p:txBody>
          <a:bodyPr vert="horz" lIns="91440" tIns="45720" rIns="91440" bIns="45720" rtlCol="0" anchor="ctr"/>
          <a:lstStyle>
            <a:lvl1pPr algn="l">
              <a:defRPr sz="1200" b="1">
                <a:solidFill>
                  <a:srgbClr val="2B5FF3"/>
                </a:solidFill>
              </a:defRPr>
            </a:lvl1pPr>
          </a:lstStyle>
          <a:p>
            <a:r>
              <a:rPr lang="en-US"/>
              <a:t>VIII Semester, Department of ISE, RNSIT</a:t>
            </a:r>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b="1">
                <a:solidFill>
                  <a:srgbClr val="2B5FF3"/>
                </a:solidFill>
              </a:defRPr>
            </a:lvl1pPr>
          </a:lstStyle>
          <a:p>
            <a:r>
              <a:rPr lang="en-US"/>
              <a:t>2022 - 2023</a:t>
            </a:r>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b="1">
                <a:solidFill>
                  <a:srgbClr val="2B5FF3"/>
                </a:solidFill>
              </a:defRPr>
            </a:lvl1pPr>
          </a:lstStyle>
          <a:p>
            <a:fld id="{5B4F5413-E548-45A8-B9DD-11B71454D5CA}" type="slidenum">
              <a:rPr lang="en-US" smtClean="0"/>
              <a:pPr/>
              <a:t>‹#›</a:t>
            </a:fld>
            <a:endParaRPr lang="en-US" dirty="0"/>
          </a:p>
        </p:txBody>
      </p:sp>
      <p:pic>
        <p:nvPicPr>
          <p:cNvPr id="7" name="Picture 6" descr="Logo, company name&#10;&#10;Description automatically generated">
            <a:extLst>
              <a:ext uri="{FF2B5EF4-FFF2-40B4-BE49-F238E27FC236}">
                <a16:creationId xmlns:a16="http://schemas.microsoft.com/office/drawing/2014/main" id="{AFC93F2D-9111-4E77-98B1-F1ACD37A82CA}"/>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0" y="0"/>
            <a:ext cx="838094" cy="548680"/>
          </a:xfrm>
          <a:prstGeom prst="rect">
            <a:avLst/>
          </a:prstGeom>
        </p:spPr>
      </p:pic>
      <p:pic>
        <p:nvPicPr>
          <p:cNvPr id="8" name="Picture 7" descr="A picture containing calendar&#10;&#10;Description automatically generated">
            <a:extLst>
              <a:ext uri="{FF2B5EF4-FFF2-40B4-BE49-F238E27FC236}">
                <a16:creationId xmlns:a16="http://schemas.microsoft.com/office/drawing/2014/main" id="{937059C3-335C-47D5-99C1-8813DA15D672}"/>
              </a:ext>
            </a:extLst>
          </p:cNvPr>
          <p:cNvPicPr>
            <a:picLocks noChangeAspect="1"/>
          </p:cNvPicPr>
          <p:nvPr userDrawn="1"/>
        </p:nvPicPr>
        <p:blipFill>
          <a:blip r:embed="rId14" cstate="print">
            <a:extLst>
              <a:ext uri="{28A0092B-C50C-407E-A947-70E740481C1C}">
                <a14:useLocalDpi xmlns:a14="http://schemas.microsoft.com/office/drawing/2010/main" val="0"/>
              </a:ext>
            </a:extLst>
          </a:blip>
          <a:stretch>
            <a:fillRect/>
          </a:stretch>
        </p:blipFill>
        <p:spPr>
          <a:xfrm>
            <a:off x="11476139" y="18044"/>
            <a:ext cx="693483" cy="694162"/>
          </a:xfrm>
          <a:prstGeom prst="rect">
            <a:avLst/>
          </a:prstGeom>
        </p:spPr>
      </p:pic>
    </p:spTree>
    <p:extLst>
      <p:ext uri="{BB962C8B-B14F-4D97-AF65-F5344CB8AC3E}">
        <p14:creationId xmlns:p14="http://schemas.microsoft.com/office/powerpoint/2010/main" val="954556562"/>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hdr="0"/>
  <p:txStyles>
    <p:titleStyle>
      <a:lvl1pPr algn="l" defTabSz="914400" rtl="0" eaLnBrk="1" latinLnBrk="0" hangingPunct="1">
        <a:lnSpc>
          <a:spcPct val="90000"/>
        </a:lnSpc>
        <a:spcBef>
          <a:spcPct val="0"/>
        </a:spcBef>
        <a:buNone/>
        <a:defRPr sz="4400" b="1" kern="1200">
          <a:solidFill>
            <a:srgbClr val="002060"/>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hyperlink" Target="https://docs.microsoft.com/" TargetMode="External"/><Relationship Id="rId2" Type="http://schemas.openxmlformats.org/officeDocument/2006/relationships/hyperlink" Target="http://www.stackoverflow.com/" TargetMode="External"/><Relationship Id="rId1" Type="http://schemas.openxmlformats.org/officeDocument/2006/relationships/slideLayout" Target="../slideLayouts/slideLayout2.xml"/><Relationship Id="rId4" Type="http://schemas.openxmlformats.org/officeDocument/2006/relationships/hyperlink" Target="https://www.geeksforgeeks.org/"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479376" y="2015423"/>
            <a:ext cx="12192000" cy="1285884"/>
          </a:xfrm>
        </p:spPr>
        <p:txBody>
          <a:bodyPr>
            <a:normAutofit/>
          </a:bodyPr>
          <a:lstStyle/>
          <a:p>
            <a:pPr algn="ctr"/>
            <a:r>
              <a:rPr lang="en-US" sz="3400" i="1">
                <a:solidFill>
                  <a:srgbClr val="FF0000"/>
                </a:solidFill>
              </a:rPr>
              <a:t>Online Marketplace</a:t>
            </a:r>
            <a:br>
              <a:rPr lang="en-US" sz="3400" dirty="0">
                <a:solidFill>
                  <a:srgbClr val="FF0000"/>
                </a:solidFill>
              </a:rPr>
            </a:br>
            <a:endParaRPr lang="en-US" sz="3400" dirty="0">
              <a:solidFill>
                <a:srgbClr val="FF0000"/>
              </a:solidFill>
            </a:endParaRPr>
          </a:p>
        </p:txBody>
      </p:sp>
      <p:sp>
        <p:nvSpPr>
          <p:cNvPr id="11" name="Subtitle 10"/>
          <p:cNvSpPr>
            <a:spLocks noGrp="1"/>
          </p:cNvSpPr>
          <p:nvPr>
            <p:ph type="subTitle" idx="1"/>
          </p:nvPr>
        </p:nvSpPr>
        <p:spPr>
          <a:xfrm>
            <a:off x="7056374" y="2954010"/>
            <a:ext cx="4457704" cy="824888"/>
          </a:xfrm>
        </p:spPr>
        <p:txBody>
          <a:bodyPr>
            <a:noAutofit/>
          </a:bodyPr>
          <a:lstStyle/>
          <a:p>
            <a:pPr lvl="0" algn="ctr" fontAlgn="base">
              <a:spcBef>
                <a:spcPct val="0"/>
              </a:spcBef>
              <a:spcAft>
                <a:spcPct val="0"/>
              </a:spcAft>
            </a:pPr>
            <a:r>
              <a:rPr lang="en-US" sz="2400" b="1">
                <a:solidFill>
                  <a:srgbClr val="C00000"/>
                </a:solidFill>
                <a:latin typeface="Times New Roman" pitchFamily="18" charset="0"/>
                <a:cs typeface="Times New Roman" pitchFamily="18" charset="0"/>
              </a:rPr>
              <a:t>Devendra Upadhyay</a:t>
            </a:r>
            <a:endParaRPr lang="en-US" sz="2400" b="1" dirty="0">
              <a:solidFill>
                <a:srgbClr val="C00000"/>
              </a:solidFill>
              <a:latin typeface="Times New Roman" pitchFamily="18" charset="0"/>
              <a:cs typeface="Times New Roman" pitchFamily="18" charset="0"/>
            </a:endParaRPr>
          </a:p>
          <a:p>
            <a:pPr lvl="0" algn="ctr" fontAlgn="base">
              <a:spcBef>
                <a:spcPct val="0"/>
              </a:spcBef>
              <a:spcAft>
                <a:spcPct val="0"/>
              </a:spcAft>
            </a:pPr>
            <a:r>
              <a:rPr lang="en-US" sz="2400" b="1" dirty="0">
                <a:solidFill>
                  <a:srgbClr val="000066"/>
                </a:solidFill>
                <a:latin typeface="Times New Roman" pitchFamily="18" charset="0"/>
                <a:cs typeface="Times New Roman" pitchFamily="18" charset="0"/>
              </a:rPr>
              <a:t>USN</a:t>
            </a:r>
            <a:r>
              <a:rPr lang="en-US" sz="2400" b="1">
                <a:solidFill>
                  <a:srgbClr val="000066"/>
                </a:solidFill>
                <a:latin typeface="Times New Roman" pitchFamily="18" charset="0"/>
                <a:cs typeface="Times New Roman" pitchFamily="18" charset="0"/>
              </a:rPr>
              <a:t>: 1RN19IS056</a:t>
            </a:r>
            <a:endParaRPr lang="en-IN" sz="2400" b="1" dirty="0">
              <a:solidFill>
                <a:srgbClr val="000066"/>
              </a:solidFill>
            </a:endParaRPr>
          </a:p>
        </p:txBody>
      </p:sp>
      <p:sp>
        <p:nvSpPr>
          <p:cNvPr id="7" name="Rectangle 6"/>
          <p:cNvSpPr/>
          <p:nvPr/>
        </p:nvSpPr>
        <p:spPr>
          <a:xfrm>
            <a:off x="0" y="-24735"/>
            <a:ext cx="12192000" cy="1015663"/>
          </a:xfrm>
          <a:prstGeom prst="rect">
            <a:avLst/>
          </a:prstGeom>
        </p:spPr>
        <p:txBody>
          <a:bodyPr wrap="square">
            <a:spAutoFit/>
          </a:bodyPr>
          <a:lstStyle/>
          <a:p>
            <a:pPr algn="ctr">
              <a:defRPr/>
            </a:pPr>
            <a:r>
              <a:rPr lang="en-US" sz="3600" b="1" dirty="0">
                <a:solidFill>
                  <a:srgbClr val="000066"/>
                </a:solidFill>
                <a:latin typeface="Times New Roman" pitchFamily="18" charset="0"/>
                <a:cs typeface="Times New Roman" pitchFamily="18" charset="0"/>
              </a:rPr>
              <a:t>RNS INSTITUTE OF TECHNOLOGY</a:t>
            </a:r>
          </a:p>
          <a:p>
            <a:pPr algn="ctr">
              <a:defRPr/>
            </a:pPr>
            <a:r>
              <a:rPr lang="en-US" sz="2400" b="1" cap="all" dirty="0">
                <a:solidFill>
                  <a:srgbClr val="000066"/>
                </a:solidFill>
                <a:latin typeface="Times New Roman" pitchFamily="18" charset="0"/>
                <a:cs typeface="Times New Roman" pitchFamily="18" charset="0"/>
              </a:rPr>
              <a:t>BENGALURU - 98</a:t>
            </a:r>
            <a:endParaRPr lang="en-US" sz="2400" b="1" dirty="0">
              <a:solidFill>
                <a:srgbClr val="000066"/>
              </a:solidFill>
              <a:latin typeface="Times New Roman" pitchFamily="18" charset="0"/>
              <a:cs typeface="Times New Roman" pitchFamily="18" charset="0"/>
            </a:endParaRPr>
          </a:p>
        </p:txBody>
      </p:sp>
      <p:sp>
        <p:nvSpPr>
          <p:cNvPr id="8" name="Rectangle 7"/>
          <p:cNvSpPr/>
          <p:nvPr/>
        </p:nvSpPr>
        <p:spPr>
          <a:xfrm>
            <a:off x="0" y="983917"/>
            <a:ext cx="12192000" cy="584775"/>
          </a:xfrm>
          <a:prstGeom prst="rect">
            <a:avLst/>
          </a:prstGeom>
        </p:spPr>
        <p:txBody>
          <a:bodyPr wrap="square">
            <a:spAutoFit/>
          </a:bodyPr>
          <a:lstStyle/>
          <a:p>
            <a:pPr algn="ctr"/>
            <a:r>
              <a:rPr lang="en-US" sz="3200" b="1" dirty="0">
                <a:solidFill>
                  <a:srgbClr val="C00000"/>
                </a:solidFill>
                <a:latin typeface="Times New Roman" pitchFamily="18" charset="0"/>
                <a:cs typeface="Times New Roman" pitchFamily="18" charset="0"/>
              </a:rPr>
              <a:t>DEPARTMENT OF INFORMATION SCIENCE &amp; ENGINEERING</a:t>
            </a:r>
          </a:p>
        </p:txBody>
      </p:sp>
      <p:sp>
        <p:nvSpPr>
          <p:cNvPr id="9" name="Rectangle 8"/>
          <p:cNvSpPr/>
          <p:nvPr/>
        </p:nvSpPr>
        <p:spPr>
          <a:xfrm>
            <a:off x="2279576" y="1785927"/>
            <a:ext cx="6768752" cy="461665"/>
          </a:xfrm>
          <a:prstGeom prst="rect">
            <a:avLst/>
          </a:prstGeom>
        </p:spPr>
        <p:txBody>
          <a:bodyPr wrap="square">
            <a:spAutoFit/>
          </a:bodyPr>
          <a:lstStyle/>
          <a:p>
            <a:pPr algn="ctr"/>
            <a:r>
              <a:rPr lang="en-US" sz="2400" b="1" dirty="0">
                <a:solidFill>
                  <a:srgbClr val="002060"/>
                </a:solidFill>
                <a:latin typeface="Times New Roman" pitchFamily="18" charset="0"/>
                <a:cs typeface="Times New Roman" pitchFamily="18" charset="0"/>
              </a:rPr>
              <a:t>Presentation on Internship</a:t>
            </a:r>
          </a:p>
        </p:txBody>
      </p:sp>
      <p:sp>
        <p:nvSpPr>
          <p:cNvPr id="10" name="Rectangle 9"/>
          <p:cNvSpPr/>
          <p:nvPr/>
        </p:nvSpPr>
        <p:spPr>
          <a:xfrm>
            <a:off x="35659" y="5269170"/>
            <a:ext cx="5128891" cy="954107"/>
          </a:xfrm>
          <a:prstGeom prst="rect">
            <a:avLst/>
          </a:prstGeom>
        </p:spPr>
        <p:txBody>
          <a:bodyPr wrap="square">
            <a:spAutoFit/>
          </a:bodyPr>
          <a:lstStyle/>
          <a:p>
            <a:pPr lvl="0" algn="ctr" fontAlgn="base">
              <a:spcBef>
                <a:spcPct val="0"/>
              </a:spcBef>
              <a:spcAft>
                <a:spcPct val="0"/>
              </a:spcAft>
            </a:pPr>
            <a:r>
              <a:rPr lang="en-US" b="1" dirty="0">
                <a:solidFill>
                  <a:schemeClr val="tx1">
                    <a:lumMod val="85000"/>
                    <a:lumOff val="15000"/>
                  </a:schemeClr>
                </a:solidFill>
                <a:latin typeface="Times New Roman" pitchFamily="18" charset="0"/>
                <a:cs typeface="Times New Roman" pitchFamily="18" charset="0"/>
              </a:rPr>
              <a:t> Internal Guide</a:t>
            </a:r>
          </a:p>
          <a:p>
            <a:pPr lvl="0" algn="ctr" fontAlgn="base">
              <a:spcBef>
                <a:spcPct val="0"/>
              </a:spcBef>
              <a:spcAft>
                <a:spcPct val="0"/>
              </a:spcAft>
            </a:pPr>
            <a:r>
              <a:rPr lang="en-IN" sz="2000" b="1">
                <a:solidFill>
                  <a:srgbClr val="000066"/>
                </a:solidFill>
                <a:latin typeface="Times New Roman" pitchFamily="18" charset="0"/>
                <a:cs typeface="Times New Roman" pitchFamily="18" charset="0"/>
              </a:rPr>
              <a:t>Ms. Shyla N</a:t>
            </a:r>
            <a:endParaRPr lang="pt-BR" sz="2000" b="1" dirty="0">
              <a:solidFill>
                <a:srgbClr val="000066"/>
              </a:solidFill>
              <a:latin typeface="Times New Roman" pitchFamily="18" charset="0"/>
              <a:cs typeface="Times New Roman" pitchFamily="18" charset="0"/>
            </a:endParaRPr>
          </a:p>
          <a:p>
            <a:pPr lvl="0" algn="ctr" eaLnBrk="0" fontAlgn="base" hangingPunct="0">
              <a:spcBef>
                <a:spcPct val="0"/>
              </a:spcBef>
              <a:spcAft>
                <a:spcPct val="0"/>
              </a:spcAft>
            </a:pPr>
            <a:r>
              <a:rPr lang="en-US">
                <a:solidFill>
                  <a:schemeClr val="tx1">
                    <a:lumMod val="85000"/>
                    <a:lumOff val="15000"/>
                  </a:schemeClr>
                </a:solidFill>
                <a:latin typeface="Times New Roman" pitchFamily="18" charset="0"/>
                <a:ea typeface="Times New Roman" pitchFamily="18" charset="0"/>
                <a:cs typeface="Times New Roman" pitchFamily="18" charset="0"/>
              </a:rPr>
              <a:t>Asst</a:t>
            </a:r>
            <a:r>
              <a:rPr lang="en-US" dirty="0">
                <a:solidFill>
                  <a:schemeClr val="tx1">
                    <a:lumMod val="85000"/>
                    <a:lumOff val="15000"/>
                  </a:schemeClr>
                </a:solidFill>
                <a:latin typeface="Times New Roman" pitchFamily="18" charset="0"/>
                <a:ea typeface="Times New Roman" pitchFamily="18" charset="0"/>
                <a:cs typeface="Times New Roman" pitchFamily="18" charset="0"/>
              </a:rPr>
              <a:t>. Prof, Dept of  ISE, RNSIT</a:t>
            </a:r>
            <a:endParaRPr lang="en-US" dirty="0">
              <a:solidFill>
                <a:schemeClr val="tx1">
                  <a:lumMod val="85000"/>
                  <a:lumOff val="15000"/>
                </a:schemeClr>
              </a:solidFill>
              <a:latin typeface="Times New Roman" pitchFamily="18" charset="0"/>
              <a:cs typeface="Times New Roman" pitchFamily="18" charset="0"/>
            </a:endParaRPr>
          </a:p>
        </p:txBody>
      </p:sp>
      <p:sp>
        <p:nvSpPr>
          <p:cNvPr id="14" name="Rectangle 13">
            <a:extLst>
              <a:ext uri="{FF2B5EF4-FFF2-40B4-BE49-F238E27FC236}">
                <a16:creationId xmlns:a16="http://schemas.microsoft.com/office/drawing/2014/main" id="{EA472F78-45DD-40B9-BA53-4226E0E3EDA4}"/>
              </a:ext>
            </a:extLst>
          </p:cNvPr>
          <p:cNvSpPr/>
          <p:nvPr/>
        </p:nvSpPr>
        <p:spPr>
          <a:xfrm>
            <a:off x="7037211" y="5244054"/>
            <a:ext cx="5128891" cy="954107"/>
          </a:xfrm>
          <a:prstGeom prst="rect">
            <a:avLst/>
          </a:prstGeom>
        </p:spPr>
        <p:txBody>
          <a:bodyPr wrap="square">
            <a:spAutoFit/>
          </a:bodyPr>
          <a:lstStyle/>
          <a:p>
            <a:pPr lvl="0" algn="ctr" fontAlgn="base">
              <a:spcBef>
                <a:spcPct val="0"/>
              </a:spcBef>
              <a:spcAft>
                <a:spcPct val="0"/>
              </a:spcAft>
            </a:pPr>
            <a:r>
              <a:rPr lang="en-US" b="1" dirty="0">
                <a:solidFill>
                  <a:schemeClr val="tx1">
                    <a:lumMod val="85000"/>
                    <a:lumOff val="15000"/>
                  </a:schemeClr>
                </a:solidFill>
                <a:latin typeface="Times New Roman" pitchFamily="18" charset="0"/>
                <a:cs typeface="Times New Roman" pitchFamily="18" charset="0"/>
              </a:rPr>
              <a:t>External Guide</a:t>
            </a:r>
          </a:p>
          <a:p>
            <a:pPr lvl="0" algn="ctr" fontAlgn="base">
              <a:spcBef>
                <a:spcPct val="0"/>
              </a:spcBef>
              <a:spcAft>
                <a:spcPct val="0"/>
              </a:spcAft>
            </a:pPr>
            <a:r>
              <a:rPr lang="en-US" sz="2000" b="1">
                <a:solidFill>
                  <a:srgbClr val="000066"/>
                </a:solidFill>
                <a:latin typeface="Times New Roman" pitchFamily="18" charset="0"/>
                <a:cs typeface="Times New Roman" pitchFamily="18" charset="0"/>
              </a:rPr>
              <a:t>Girish</a:t>
            </a:r>
            <a:endParaRPr lang="pt-BR" sz="2000" b="1" dirty="0">
              <a:solidFill>
                <a:srgbClr val="000066"/>
              </a:solidFill>
              <a:latin typeface="Times New Roman" pitchFamily="18" charset="0"/>
              <a:cs typeface="Times New Roman" pitchFamily="18" charset="0"/>
            </a:endParaRPr>
          </a:p>
          <a:p>
            <a:pPr lvl="0" algn="ctr" eaLnBrk="0" fontAlgn="base" hangingPunct="0">
              <a:spcBef>
                <a:spcPct val="0"/>
              </a:spcBef>
              <a:spcAft>
                <a:spcPct val="0"/>
              </a:spcAft>
            </a:pPr>
            <a:r>
              <a:rPr lang="en-US">
                <a:solidFill>
                  <a:schemeClr val="tx1">
                    <a:lumMod val="85000"/>
                    <a:lumOff val="15000"/>
                  </a:schemeClr>
                </a:solidFill>
                <a:latin typeface="Times New Roman" pitchFamily="18" charset="0"/>
                <a:ea typeface="Times New Roman" pitchFamily="18" charset="0"/>
                <a:cs typeface="Times New Roman" pitchFamily="18" charset="0"/>
              </a:rPr>
              <a:t>Instructor, TechieAid,Bengaluru</a:t>
            </a:r>
            <a:endParaRPr lang="en-US" dirty="0">
              <a:solidFill>
                <a:schemeClr val="tx1">
                  <a:lumMod val="85000"/>
                  <a:lumOff val="15000"/>
                </a:schemeClr>
              </a:solidFill>
              <a:latin typeface="Times New Roman" pitchFamily="18" charset="0"/>
              <a:cs typeface="Times New Roman" pitchFamily="18" charset="0"/>
            </a:endParaRPr>
          </a:p>
        </p:txBody>
      </p:sp>
      <p:sp>
        <p:nvSpPr>
          <p:cNvPr id="20" name="TextBox 19">
            <a:extLst>
              <a:ext uri="{FF2B5EF4-FFF2-40B4-BE49-F238E27FC236}">
                <a16:creationId xmlns:a16="http://schemas.microsoft.com/office/drawing/2014/main" id="{027E3AEF-60DE-459F-A536-25F4B75B8EC2}"/>
              </a:ext>
            </a:extLst>
          </p:cNvPr>
          <p:cNvSpPr txBox="1"/>
          <p:nvPr/>
        </p:nvSpPr>
        <p:spPr>
          <a:xfrm>
            <a:off x="7752184" y="4865939"/>
            <a:ext cx="3718808" cy="369332"/>
          </a:xfrm>
          <a:prstGeom prst="rect">
            <a:avLst/>
          </a:prstGeom>
          <a:noFill/>
        </p:spPr>
        <p:txBody>
          <a:bodyPr wrap="square">
            <a:spAutoFit/>
          </a:bodyPr>
          <a:lstStyle/>
          <a:p>
            <a:pPr algn="ctr"/>
            <a:r>
              <a:rPr lang="en-US" b="1" dirty="0" err="1">
                <a:solidFill>
                  <a:srgbClr val="C00000"/>
                </a:solidFill>
              </a:rPr>
              <a:t>TechieAid</a:t>
            </a:r>
            <a:endParaRPr lang="en-IN" b="1" dirty="0">
              <a:solidFill>
                <a:srgbClr val="C00000"/>
              </a:solidFill>
            </a:endParaRPr>
          </a:p>
        </p:txBody>
      </p:sp>
      <p:pic>
        <p:nvPicPr>
          <p:cNvPr id="4" name="Picture 3">
            <a:extLst>
              <a:ext uri="{FF2B5EF4-FFF2-40B4-BE49-F238E27FC236}">
                <a16:creationId xmlns:a16="http://schemas.microsoft.com/office/drawing/2014/main" id="{EF10145C-0771-4456-B5EE-A9E0E95D9A5C}"/>
              </a:ext>
            </a:extLst>
          </p:cNvPr>
          <p:cNvPicPr>
            <a:picLocks noChangeAspect="1"/>
          </p:cNvPicPr>
          <p:nvPr/>
        </p:nvPicPr>
        <p:blipFill>
          <a:blip r:embed="rId3"/>
          <a:stretch>
            <a:fillRect/>
          </a:stretch>
        </p:blipFill>
        <p:spPr>
          <a:xfrm>
            <a:off x="8949102" y="3999043"/>
            <a:ext cx="1305107" cy="866896"/>
          </a:xfrm>
          <a:prstGeom prst="rect">
            <a:avLst/>
          </a:prstGeom>
        </p:spPr>
      </p:pic>
      <p:sp>
        <p:nvSpPr>
          <p:cNvPr id="3" name="Subtitle 10">
            <a:extLst>
              <a:ext uri="{FF2B5EF4-FFF2-40B4-BE49-F238E27FC236}">
                <a16:creationId xmlns:a16="http://schemas.microsoft.com/office/drawing/2014/main" id="{79A62470-AE29-439C-6393-F0D358B96084}"/>
              </a:ext>
            </a:extLst>
          </p:cNvPr>
          <p:cNvSpPr txBox="1">
            <a:spLocks/>
          </p:cNvSpPr>
          <p:nvPr/>
        </p:nvSpPr>
        <p:spPr>
          <a:xfrm>
            <a:off x="-96688" y="3047906"/>
            <a:ext cx="4457704" cy="824888"/>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fontAlgn="base">
              <a:spcBef>
                <a:spcPct val="0"/>
              </a:spcBef>
              <a:spcAft>
                <a:spcPct val="0"/>
              </a:spcAft>
            </a:pPr>
            <a:r>
              <a:rPr lang="en-US" b="1">
                <a:solidFill>
                  <a:srgbClr val="C00000"/>
                </a:solidFill>
                <a:latin typeface="Times New Roman" pitchFamily="18" charset="0"/>
                <a:cs typeface="Times New Roman" pitchFamily="18" charset="0"/>
              </a:rPr>
              <a:t>Amardeep Kumar</a:t>
            </a:r>
          </a:p>
          <a:p>
            <a:pPr fontAlgn="base">
              <a:spcBef>
                <a:spcPct val="0"/>
              </a:spcBef>
              <a:spcAft>
                <a:spcPct val="0"/>
              </a:spcAft>
            </a:pPr>
            <a:r>
              <a:rPr lang="en-US" b="1">
                <a:solidFill>
                  <a:srgbClr val="000066"/>
                </a:solidFill>
                <a:latin typeface="Times New Roman" pitchFamily="18" charset="0"/>
                <a:cs typeface="Times New Roman" pitchFamily="18" charset="0"/>
              </a:rPr>
              <a:t>USN: 1RN19IS020</a:t>
            </a:r>
            <a:endParaRPr lang="en-IN" b="1" dirty="0">
              <a:solidFill>
                <a:srgbClr val="000066"/>
              </a:solidFill>
            </a:endParaRPr>
          </a:p>
        </p:txBody>
      </p:sp>
    </p:spTree>
    <p:extLst>
      <p:ext uri="{BB962C8B-B14F-4D97-AF65-F5344CB8AC3E}">
        <p14:creationId xmlns:p14="http://schemas.microsoft.com/office/powerpoint/2010/main" val="24696810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63552" y="192368"/>
            <a:ext cx="7467600" cy="627284"/>
          </a:xfrm>
        </p:spPr>
        <p:txBody>
          <a:bodyPr>
            <a:normAutofit/>
          </a:bodyPr>
          <a:lstStyle/>
          <a:p>
            <a:pPr algn="ctr"/>
            <a:r>
              <a:rPr lang="en-IN" sz="3200" b="1" dirty="0">
                <a:solidFill>
                  <a:schemeClr val="accent1">
                    <a:lumMod val="75000"/>
                  </a:schemeClr>
                </a:solidFill>
                <a:latin typeface="Times New Roman" pitchFamily="18" charset="0"/>
                <a:cs typeface="Times New Roman" pitchFamily="18" charset="0"/>
              </a:rPr>
              <a:t>AGENDA</a:t>
            </a:r>
          </a:p>
        </p:txBody>
      </p:sp>
      <p:sp>
        <p:nvSpPr>
          <p:cNvPr id="3" name="Content Placeholder 2"/>
          <p:cNvSpPr>
            <a:spLocks noGrp="1"/>
          </p:cNvSpPr>
          <p:nvPr>
            <p:ph idx="1"/>
          </p:nvPr>
        </p:nvSpPr>
        <p:spPr>
          <a:xfrm>
            <a:off x="1127448" y="1052736"/>
            <a:ext cx="8911902" cy="5124229"/>
          </a:xfrm>
        </p:spPr>
        <p:txBody>
          <a:bodyPr>
            <a:normAutofit fontScale="92500" lnSpcReduction="20000"/>
          </a:bodyPr>
          <a:lstStyle/>
          <a:p>
            <a:pPr marL="355600" indent="-355600">
              <a:buFont typeface="Wingdings" pitchFamily="2" charset="2"/>
              <a:buChar char="q"/>
            </a:pPr>
            <a:r>
              <a:rPr lang="en-IN" dirty="0">
                <a:latin typeface="Times New Roman" pitchFamily="18" charset="0"/>
                <a:cs typeface="Times New Roman" pitchFamily="18" charset="0"/>
              </a:rPr>
              <a:t>Abstract</a:t>
            </a:r>
          </a:p>
          <a:p>
            <a:pPr marL="355600" indent="-355600">
              <a:buFont typeface="Wingdings" pitchFamily="2" charset="2"/>
              <a:buChar char="q"/>
            </a:pPr>
            <a:r>
              <a:rPr lang="en-IN" dirty="0">
                <a:latin typeface="Times New Roman" pitchFamily="18" charset="0"/>
                <a:cs typeface="Times New Roman" pitchFamily="18" charset="0"/>
              </a:rPr>
              <a:t>About </a:t>
            </a:r>
            <a:r>
              <a:rPr lang="en-IN">
                <a:latin typeface="Times New Roman" pitchFamily="18" charset="0"/>
                <a:cs typeface="Times New Roman" pitchFamily="18" charset="0"/>
              </a:rPr>
              <a:t>the Company</a:t>
            </a:r>
          </a:p>
          <a:p>
            <a:pPr marL="355600" indent="-355600">
              <a:buFont typeface="Wingdings" pitchFamily="2" charset="2"/>
              <a:buChar char="q"/>
            </a:pPr>
            <a:r>
              <a:rPr lang="en-IN">
                <a:latin typeface="Times New Roman" pitchFamily="18" charset="0"/>
                <a:cs typeface="Times New Roman" pitchFamily="18" charset="0"/>
              </a:rPr>
              <a:t>Certificate</a:t>
            </a:r>
            <a:endParaRPr lang="en-IN" dirty="0">
              <a:latin typeface="Times New Roman" pitchFamily="18" charset="0"/>
              <a:cs typeface="Times New Roman" pitchFamily="18" charset="0"/>
            </a:endParaRPr>
          </a:p>
          <a:p>
            <a:pPr marL="355600" indent="-355600">
              <a:buFont typeface="Wingdings" pitchFamily="2" charset="2"/>
              <a:buChar char="q"/>
            </a:pPr>
            <a:r>
              <a:rPr lang="en-IN" dirty="0">
                <a:latin typeface="Times New Roman" pitchFamily="18" charset="0"/>
                <a:cs typeface="Times New Roman" pitchFamily="18" charset="0"/>
              </a:rPr>
              <a:t>Introduction</a:t>
            </a:r>
          </a:p>
          <a:p>
            <a:pPr marL="355600" indent="-355600">
              <a:buFont typeface="Wingdings" pitchFamily="2" charset="2"/>
              <a:buChar char="q"/>
            </a:pPr>
            <a:r>
              <a:rPr lang="en-IN">
                <a:latin typeface="Times New Roman" pitchFamily="18" charset="0"/>
                <a:cs typeface="Times New Roman" pitchFamily="18" charset="0"/>
              </a:rPr>
              <a:t>Objective</a:t>
            </a:r>
          </a:p>
          <a:p>
            <a:pPr marL="355600" indent="-355600">
              <a:buFont typeface="Wingdings" pitchFamily="2" charset="2"/>
              <a:buChar char="q"/>
            </a:pPr>
            <a:r>
              <a:rPr lang="en-IN">
                <a:latin typeface="Times New Roman" pitchFamily="18" charset="0"/>
                <a:cs typeface="Times New Roman" pitchFamily="18" charset="0"/>
              </a:rPr>
              <a:t>Tools</a:t>
            </a:r>
            <a:endParaRPr lang="en-IN" dirty="0">
              <a:latin typeface="Times New Roman" pitchFamily="18" charset="0"/>
              <a:cs typeface="Times New Roman" pitchFamily="18" charset="0"/>
            </a:endParaRPr>
          </a:p>
          <a:p>
            <a:pPr marL="355600" indent="-355600">
              <a:buFont typeface="Wingdings" pitchFamily="2" charset="2"/>
              <a:buChar char="q"/>
            </a:pPr>
            <a:r>
              <a:rPr lang="en-IN">
                <a:latin typeface="Times New Roman" pitchFamily="18" charset="0"/>
                <a:cs typeface="Times New Roman" pitchFamily="18" charset="0"/>
              </a:rPr>
              <a:t>System </a:t>
            </a:r>
            <a:r>
              <a:rPr lang="en-IN" dirty="0">
                <a:latin typeface="Times New Roman" pitchFamily="18" charset="0"/>
                <a:cs typeface="Times New Roman" pitchFamily="18" charset="0"/>
              </a:rPr>
              <a:t>Design</a:t>
            </a:r>
          </a:p>
          <a:p>
            <a:pPr marL="355600" indent="-355600">
              <a:buFont typeface="Wingdings" pitchFamily="2" charset="2"/>
              <a:buChar char="q"/>
            </a:pPr>
            <a:r>
              <a:rPr lang="en-IN" dirty="0">
                <a:latin typeface="Times New Roman" pitchFamily="18" charset="0"/>
                <a:cs typeface="Times New Roman" pitchFamily="18" charset="0"/>
              </a:rPr>
              <a:t>Implementation</a:t>
            </a:r>
          </a:p>
          <a:p>
            <a:pPr marL="355600" indent="-355600">
              <a:buFont typeface="Wingdings" pitchFamily="2" charset="2"/>
              <a:buChar char="q"/>
            </a:pPr>
            <a:r>
              <a:rPr lang="en-IN">
                <a:latin typeface="Times New Roman" pitchFamily="18" charset="0"/>
                <a:cs typeface="Times New Roman" pitchFamily="18" charset="0"/>
              </a:rPr>
              <a:t>Result</a:t>
            </a:r>
            <a:endParaRPr lang="en-IN" dirty="0">
              <a:latin typeface="Times New Roman" pitchFamily="18" charset="0"/>
              <a:cs typeface="Times New Roman" pitchFamily="18" charset="0"/>
            </a:endParaRPr>
          </a:p>
          <a:p>
            <a:pPr marL="355600" indent="-355600">
              <a:buFont typeface="Wingdings" pitchFamily="2" charset="2"/>
              <a:buChar char="q"/>
            </a:pPr>
            <a:r>
              <a:rPr lang="en-IN" dirty="0">
                <a:latin typeface="Times New Roman" pitchFamily="18" charset="0"/>
                <a:cs typeface="Times New Roman" pitchFamily="18" charset="0"/>
              </a:rPr>
              <a:t>Conclusion and Future Enhancements</a:t>
            </a:r>
          </a:p>
          <a:p>
            <a:pPr marL="355600" indent="-355600">
              <a:buFont typeface="Wingdings" pitchFamily="2" charset="2"/>
              <a:buChar char="q"/>
            </a:pPr>
            <a:r>
              <a:rPr lang="en-IN" dirty="0">
                <a:latin typeface="Times New Roman" pitchFamily="18" charset="0"/>
                <a:cs typeface="Times New Roman" pitchFamily="18" charset="0"/>
              </a:rPr>
              <a:t>References</a:t>
            </a:r>
          </a:p>
          <a:p>
            <a:pPr marL="355600" indent="-355600">
              <a:buFont typeface="Wingdings" pitchFamily="2" charset="2"/>
              <a:buChar char="q"/>
            </a:pPr>
            <a:r>
              <a:rPr lang="en-IN" dirty="0">
                <a:latin typeface="Times New Roman" pitchFamily="18" charset="0"/>
                <a:cs typeface="Times New Roman" pitchFamily="18" charset="0"/>
              </a:rPr>
              <a:t>Q &amp; A</a:t>
            </a:r>
          </a:p>
          <a:p>
            <a:pPr marL="0" indent="0">
              <a:buNone/>
            </a:pPr>
            <a:endParaRPr lang="en-IN" dirty="0">
              <a:solidFill>
                <a:schemeClr val="tx1">
                  <a:lumMod val="75000"/>
                  <a:lumOff val="25000"/>
                </a:schemeClr>
              </a:solidFill>
            </a:endParaRPr>
          </a:p>
        </p:txBody>
      </p:sp>
      <p:sp>
        <p:nvSpPr>
          <p:cNvPr id="5" name="Date Placeholder 4">
            <a:extLst>
              <a:ext uri="{FF2B5EF4-FFF2-40B4-BE49-F238E27FC236}">
                <a16:creationId xmlns:a16="http://schemas.microsoft.com/office/drawing/2014/main" id="{F3107C6F-CCDB-468C-A092-047170622C85}"/>
              </a:ext>
            </a:extLst>
          </p:cNvPr>
          <p:cNvSpPr>
            <a:spLocks noGrp="1"/>
          </p:cNvSpPr>
          <p:nvPr>
            <p:ph type="dt" sz="half" idx="10"/>
          </p:nvPr>
        </p:nvSpPr>
        <p:spPr/>
        <p:txBody>
          <a:bodyPr/>
          <a:lstStyle/>
          <a:p>
            <a:r>
              <a:rPr lang="en-US"/>
              <a:t>VIII Semester, Department of ISE, RNSIT</a:t>
            </a:r>
            <a:endParaRPr lang="en-US" dirty="0"/>
          </a:p>
        </p:txBody>
      </p:sp>
      <p:sp>
        <p:nvSpPr>
          <p:cNvPr id="4" name="Footer Placeholder 3">
            <a:extLst>
              <a:ext uri="{FF2B5EF4-FFF2-40B4-BE49-F238E27FC236}">
                <a16:creationId xmlns:a16="http://schemas.microsoft.com/office/drawing/2014/main" id="{DF95553B-50BC-4DC2-A8CE-4336C1382E65}"/>
              </a:ext>
            </a:extLst>
          </p:cNvPr>
          <p:cNvSpPr>
            <a:spLocks noGrp="1"/>
          </p:cNvSpPr>
          <p:nvPr>
            <p:ph type="ftr" sz="quarter" idx="11"/>
          </p:nvPr>
        </p:nvSpPr>
        <p:spPr/>
        <p:txBody>
          <a:bodyPr/>
          <a:lstStyle/>
          <a:p>
            <a:r>
              <a:rPr lang="en-US"/>
              <a:t>2022 - 2023</a:t>
            </a:r>
            <a:endParaRPr lang="en-US" dirty="0"/>
          </a:p>
        </p:txBody>
      </p:sp>
      <p:sp>
        <p:nvSpPr>
          <p:cNvPr id="7" name="Slide Number Placeholder 6">
            <a:extLst>
              <a:ext uri="{FF2B5EF4-FFF2-40B4-BE49-F238E27FC236}">
                <a16:creationId xmlns:a16="http://schemas.microsoft.com/office/drawing/2014/main" id="{EE09E886-641A-4621-AEA2-BB64918E960D}"/>
              </a:ext>
            </a:extLst>
          </p:cNvPr>
          <p:cNvSpPr>
            <a:spLocks noGrp="1"/>
          </p:cNvSpPr>
          <p:nvPr>
            <p:ph type="sldNum" sz="quarter" idx="12"/>
          </p:nvPr>
        </p:nvSpPr>
        <p:spPr/>
        <p:txBody>
          <a:bodyPr/>
          <a:lstStyle/>
          <a:p>
            <a:fld id="{5B4F5413-E548-45A8-B9DD-11B71454D5CA}" type="slidenum">
              <a:rPr lang="en-US" smtClean="0"/>
              <a:pPr/>
              <a:t>2</a:t>
            </a:fld>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38282" y="332656"/>
            <a:ext cx="8152910" cy="720080"/>
          </a:xfrm>
        </p:spPr>
        <p:txBody>
          <a:bodyPr>
            <a:noAutofit/>
          </a:bodyPr>
          <a:lstStyle/>
          <a:p>
            <a:pPr algn="ctr"/>
            <a:r>
              <a:rPr lang="en-US" sz="3200" b="1" dirty="0">
                <a:solidFill>
                  <a:schemeClr val="accent1">
                    <a:lumMod val="75000"/>
                  </a:schemeClr>
                </a:solidFill>
                <a:latin typeface="Times New Roman" pitchFamily="18" charset="0"/>
                <a:cs typeface="Times New Roman" pitchFamily="18" charset="0"/>
              </a:rPr>
              <a:t>ABSTRACT</a:t>
            </a:r>
            <a:br>
              <a:rPr lang="en-US" sz="3200" b="1" u="sng" dirty="0">
                <a:solidFill>
                  <a:schemeClr val="accent1">
                    <a:lumMod val="75000"/>
                  </a:schemeClr>
                </a:solidFill>
                <a:latin typeface="Times New Roman" pitchFamily="18" charset="0"/>
                <a:cs typeface="Times New Roman" pitchFamily="18" charset="0"/>
              </a:rPr>
            </a:br>
            <a:endParaRPr lang="en-US" sz="3200" b="1" u="sng" dirty="0">
              <a:solidFill>
                <a:schemeClr val="accent1">
                  <a:lumMod val="75000"/>
                </a:schemeClr>
              </a:solidFill>
              <a:latin typeface="Times New Roman" pitchFamily="18" charset="0"/>
              <a:cs typeface="Times New Roman" pitchFamily="18" charset="0"/>
            </a:endParaRPr>
          </a:p>
        </p:txBody>
      </p:sp>
      <p:sp>
        <p:nvSpPr>
          <p:cNvPr id="3" name="Content Placeholder 2"/>
          <p:cNvSpPr>
            <a:spLocks noGrp="1"/>
          </p:cNvSpPr>
          <p:nvPr>
            <p:ph idx="1"/>
          </p:nvPr>
        </p:nvSpPr>
        <p:spPr>
          <a:xfrm>
            <a:off x="838200" y="1124744"/>
            <a:ext cx="10515600" cy="4824536"/>
          </a:xfrm>
        </p:spPr>
        <p:txBody>
          <a:bodyPr>
            <a:noAutofit/>
          </a:bodyPr>
          <a:lstStyle/>
          <a:p>
            <a:pPr marL="355600" indent="-355600" algn="just">
              <a:lnSpc>
                <a:spcPct val="170000"/>
              </a:lnSpc>
              <a:buFont typeface="Wingdings" pitchFamily="2" charset="2"/>
              <a:buChar char="Ø"/>
            </a:pPr>
            <a:r>
              <a:rPr lang="en-US" sz="2000">
                <a:latin typeface="Times New Roman" pitchFamily="18" charset="0"/>
                <a:cs typeface="Times New Roman" pitchFamily="18" charset="0"/>
              </a:rPr>
              <a:t>This project is on Online Marketplace.</a:t>
            </a:r>
          </a:p>
          <a:p>
            <a:pPr marL="355600" indent="-355600" algn="just">
              <a:lnSpc>
                <a:spcPct val="170000"/>
              </a:lnSpc>
              <a:buFont typeface="Wingdings" pitchFamily="2" charset="2"/>
              <a:buChar char="Ø"/>
            </a:pPr>
            <a:r>
              <a:rPr lang="en-US" sz="2000">
                <a:latin typeface="Times New Roman" pitchFamily="18" charset="0"/>
                <a:cs typeface="Times New Roman" pitchFamily="18" charset="0"/>
              </a:rPr>
              <a:t>It helps the user(seller) to post advertisement of their old products.</a:t>
            </a:r>
          </a:p>
          <a:p>
            <a:pPr marL="355600" indent="-355600" algn="just">
              <a:lnSpc>
                <a:spcPct val="170000"/>
              </a:lnSpc>
              <a:buFont typeface="Wingdings" pitchFamily="2" charset="2"/>
              <a:buChar char="Ø"/>
            </a:pPr>
            <a:r>
              <a:rPr lang="en-US" sz="2000">
                <a:latin typeface="Times New Roman" pitchFamily="18" charset="0"/>
                <a:cs typeface="Times New Roman" pitchFamily="18" charset="0"/>
              </a:rPr>
              <a:t>Other users(buyer) can look at these ads and get in contact with the seller.</a:t>
            </a:r>
          </a:p>
          <a:p>
            <a:pPr marL="355600" indent="-355600" algn="just">
              <a:lnSpc>
                <a:spcPct val="170000"/>
              </a:lnSpc>
              <a:buFont typeface="Wingdings" pitchFamily="2" charset="2"/>
              <a:buChar char="Ø"/>
            </a:pPr>
            <a:r>
              <a:rPr lang="en-US" sz="2000">
                <a:latin typeface="Times New Roman" pitchFamily="18" charset="0"/>
                <a:cs typeface="Times New Roman" pitchFamily="18" charset="0"/>
              </a:rPr>
              <a:t>For frontend, we have used HTML, CSS, EJS.</a:t>
            </a:r>
          </a:p>
          <a:p>
            <a:pPr marL="355600" indent="-355600" algn="just">
              <a:lnSpc>
                <a:spcPct val="170000"/>
              </a:lnSpc>
              <a:buFont typeface="Wingdings" pitchFamily="2" charset="2"/>
              <a:buChar char="Ø"/>
            </a:pPr>
            <a:r>
              <a:rPr lang="en-US" sz="2000">
                <a:latin typeface="Times New Roman" pitchFamily="18" charset="0"/>
                <a:cs typeface="Times New Roman" pitchFamily="18" charset="0"/>
              </a:rPr>
              <a:t>For database, we have used MongoDb.</a:t>
            </a:r>
          </a:p>
          <a:p>
            <a:pPr marL="355600" indent="-355600" algn="just">
              <a:lnSpc>
                <a:spcPct val="170000"/>
              </a:lnSpc>
              <a:buFont typeface="Wingdings" pitchFamily="2" charset="2"/>
              <a:buChar char="Ø"/>
            </a:pPr>
            <a:r>
              <a:rPr lang="en-US" sz="2000">
                <a:latin typeface="Times New Roman" pitchFamily="18" charset="0"/>
                <a:cs typeface="Times New Roman" pitchFamily="18" charset="0"/>
              </a:rPr>
              <a:t>For backend,we have used NodeJs.</a:t>
            </a:r>
          </a:p>
          <a:p>
            <a:pPr marL="355600" indent="-355600" algn="just">
              <a:lnSpc>
                <a:spcPct val="170000"/>
              </a:lnSpc>
              <a:buFont typeface="Wingdings" pitchFamily="2" charset="2"/>
              <a:buChar char="Ø"/>
            </a:pPr>
            <a:r>
              <a:rPr lang="en-US" sz="2000">
                <a:latin typeface="Times New Roman" pitchFamily="18" charset="0"/>
                <a:cs typeface="Times New Roman" pitchFamily="18" charset="0"/>
              </a:rPr>
              <a:t>For storing images, we have used cloudinary services.</a:t>
            </a:r>
          </a:p>
          <a:p>
            <a:pPr algn="just"/>
            <a:endParaRPr lang="en-US" sz="2000"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9218EC12-73AA-4416-AB80-CFE95158E424}"/>
              </a:ext>
            </a:extLst>
          </p:cNvPr>
          <p:cNvSpPr>
            <a:spLocks noGrp="1"/>
          </p:cNvSpPr>
          <p:nvPr>
            <p:ph type="dt" sz="half" idx="10"/>
          </p:nvPr>
        </p:nvSpPr>
        <p:spPr/>
        <p:txBody>
          <a:bodyPr/>
          <a:lstStyle/>
          <a:p>
            <a:r>
              <a:rPr lang="en-US"/>
              <a:t>VIII Semester, Department of ISE, RNSIT</a:t>
            </a:r>
            <a:endParaRPr lang="en-US" dirty="0"/>
          </a:p>
        </p:txBody>
      </p:sp>
      <p:sp>
        <p:nvSpPr>
          <p:cNvPr id="4" name="Footer Placeholder 3">
            <a:extLst>
              <a:ext uri="{FF2B5EF4-FFF2-40B4-BE49-F238E27FC236}">
                <a16:creationId xmlns:a16="http://schemas.microsoft.com/office/drawing/2014/main" id="{5CD64878-040F-43D3-8C50-5126F2C2CDC1}"/>
              </a:ext>
            </a:extLst>
          </p:cNvPr>
          <p:cNvSpPr>
            <a:spLocks noGrp="1"/>
          </p:cNvSpPr>
          <p:nvPr>
            <p:ph type="ftr" sz="quarter" idx="11"/>
          </p:nvPr>
        </p:nvSpPr>
        <p:spPr/>
        <p:txBody>
          <a:bodyPr/>
          <a:lstStyle/>
          <a:p>
            <a:r>
              <a:rPr lang="en-US"/>
              <a:t>2022 - 2023</a:t>
            </a:r>
            <a:endParaRPr lang="en-US" dirty="0"/>
          </a:p>
        </p:txBody>
      </p:sp>
      <p:sp>
        <p:nvSpPr>
          <p:cNvPr id="7" name="Slide Number Placeholder 6">
            <a:extLst>
              <a:ext uri="{FF2B5EF4-FFF2-40B4-BE49-F238E27FC236}">
                <a16:creationId xmlns:a16="http://schemas.microsoft.com/office/drawing/2014/main" id="{B251B2EA-778B-412E-9857-F89F9B20D7C5}"/>
              </a:ext>
            </a:extLst>
          </p:cNvPr>
          <p:cNvSpPr>
            <a:spLocks noGrp="1"/>
          </p:cNvSpPr>
          <p:nvPr>
            <p:ph type="sldNum" sz="quarter" idx="12"/>
          </p:nvPr>
        </p:nvSpPr>
        <p:spPr/>
        <p:txBody>
          <a:bodyPr/>
          <a:lstStyle/>
          <a:p>
            <a:fld id="{5B4F5413-E548-45A8-B9DD-11B71454D5CA}" type="slidenum">
              <a:rPr lang="en-US" smtClean="0"/>
              <a:pPr/>
              <a:t>3</a:t>
            </a:fld>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116632"/>
            <a:ext cx="7467600" cy="1008112"/>
          </a:xfrm>
        </p:spPr>
        <p:txBody>
          <a:bodyPr>
            <a:normAutofit/>
          </a:bodyPr>
          <a:lstStyle/>
          <a:p>
            <a:pPr algn="ctr"/>
            <a:r>
              <a:rPr lang="en-US" sz="3200" b="1" dirty="0">
                <a:solidFill>
                  <a:schemeClr val="accent1">
                    <a:lumMod val="75000"/>
                  </a:schemeClr>
                </a:solidFill>
                <a:latin typeface="Times New Roman" pitchFamily="18" charset="0"/>
                <a:cs typeface="Times New Roman" pitchFamily="18" charset="0"/>
              </a:rPr>
              <a:t>About the Company</a:t>
            </a:r>
          </a:p>
        </p:txBody>
      </p:sp>
      <p:sp>
        <p:nvSpPr>
          <p:cNvPr id="3" name="Content Placeholder 2"/>
          <p:cNvSpPr>
            <a:spLocks noGrp="1"/>
          </p:cNvSpPr>
          <p:nvPr>
            <p:ph idx="1"/>
          </p:nvPr>
        </p:nvSpPr>
        <p:spPr>
          <a:xfrm>
            <a:off x="767408" y="914400"/>
            <a:ext cx="10657184" cy="5322912"/>
          </a:xfrm>
        </p:spPr>
        <p:txBody>
          <a:bodyPr>
            <a:normAutofit/>
          </a:bodyPr>
          <a:lstStyle/>
          <a:p>
            <a:pPr algn="just">
              <a:lnSpc>
                <a:spcPct val="150000"/>
              </a:lnSpc>
              <a:buFont typeface="Wingdings" pitchFamily="2" charset="2"/>
              <a:buChar char="Ø"/>
            </a:pPr>
            <a:r>
              <a:rPr lang="en-US" sz="2000" i="0">
                <a:solidFill>
                  <a:srgbClr val="000000"/>
                </a:solidFill>
                <a:effectLst/>
                <a:latin typeface="Times New Roman" panose="02020603050405020304" pitchFamily="18" charset="0"/>
                <a:cs typeface="Times New Roman" panose="02020603050405020304" pitchFamily="18" charset="0"/>
              </a:rPr>
              <a:t>TechieAid is Bengaluru based service providing company helps tech-enabled companies leverage talent so they can scale quickly to meet their growth ambitions. </a:t>
            </a:r>
          </a:p>
          <a:p>
            <a:pPr algn="just">
              <a:lnSpc>
                <a:spcPct val="150000"/>
              </a:lnSpc>
              <a:buFont typeface="Wingdings" pitchFamily="2" charset="2"/>
              <a:buChar char="Ø"/>
            </a:pPr>
            <a:r>
              <a:rPr lang="en-US" sz="2000" i="0">
                <a:solidFill>
                  <a:srgbClr val="000000"/>
                </a:solidFill>
                <a:effectLst/>
                <a:latin typeface="Times New Roman" panose="02020603050405020304" pitchFamily="18" charset="0"/>
                <a:cs typeface="Times New Roman" panose="02020603050405020304" pitchFamily="18" charset="0"/>
              </a:rPr>
              <a:t>Kiran Gopalakrishna is the Founder &amp; CEO . He founded the company in 2018.</a:t>
            </a:r>
          </a:p>
          <a:p>
            <a:pPr algn="just">
              <a:lnSpc>
                <a:spcPct val="150000"/>
              </a:lnSpc>
              <a:buFont typeface="Wingdings" pitchFamily="2" charset="2"/>
              <a:buChar char="Ø"/>
            </a:pPr>
            <a:r>
              <a:rPr lang="en-US" sz="2000">
                <a:solidFill>
                  <a:srgbClr val="000000"/>
                </a:solidFill>
                <a:latin typeface="Times New Roman" panose="02020603050405020304" pitchFamily="18" charset="0"/>
                <a:cs typeface="Times New Roman" panose="02020603050405020304" pitchFamily="18" charset="0"/>
              </a:rPr>
              <a:t>Their</a:t>
            </a:r>
            <a:r>
              <a:rPr lang="en-US" sz="2000" i="0">
                <a:solidFill>
                  <a:srgbClr val="000000"/>
                </a:solidFill>
                <a:effectLst/>
                <a:latin typeface="Times New Roman" panose="02020603050405020304" pitchFamily="18" charset="0"/>
                <a:cs typeface="Times New Roman" panose="02020603050405020304" pitchFamily="18" charset="0"/>
              </a:rPr>
              <a:t> skilled technology engineers partner with clients, enabling them to achieve complex technical objectives and create business value. </a:t>
            </a:r>
          </a:p>
          <a:p>
            <a:pPr algn="just">
              <a:lnSpc>
                <a:spcPct val="150000"/>
              </a:lnSpc>
              <a:buFont typeface="Wingdings" pitchFamily="2" charset="2"/>
              <a:buChar char="Ø"/>
            </a:pPr>
            <a:r>
              <a:rPr lang="en-US" sz="2000" i="0">
                <a:solidFill>
                  <a:srgbClr val="000000"/>
                </a:solidFill>
                <a:effectLst/>
                <a:latin typeface="Times New Roman" panose="02020603050405020304" pitchFamily="18" charset="0"/>
                <a:cs typeface="Times New Roman" panose="02020603050405020304" pitchFamily="18" charset="0"/>
              </a:rPr>
              <a:t>They design, develop and support innovative custom software, full stack web and mobile applications, guiding </a:t>
            </a:r>
            <a:r>
              <a:rPr lang="en-US" sz="2000">
                <a:solidFill>
                  <a:srgbClr val="000000"/>
                </a:solidFill>
                <a:latin typeface="Times New Roman" panose="02020603050405020304" pitchFamily="18" charset="0"/>
                <a:cs typeface="Times New Roman" panose="02020603050405020304" pitchFamily="18" charset="0"/>
              </a:rPr>
              <a:t>the</a:t>
            </a:r>
            <a:r>
              <a:rPr lang="en-US" sz="2000" i="0">
                <a:solidFill>
                  <a:srgbClr val="000000"/>
                </a:solidFill>
                <a:effectLst/>
                <a:latin typeface="Times New Roman" panose="02020603050405020304" pitchFamily="18" charset="0"/>
                <a:cs typeface="Times New Roman" panose="02020603050405020304" pitchFamily="18" charset="0"/>
              </a:rPr>
              <a:t> clients on the journey to realize their vision.</a:t>
            </a:r>
          </a:p>
          <a:p>
            <a:pPr algn="just">
              <a:lnSpc>
                <a:spcPct val="150000"/>
              </a:lnSpc>
              <a:buFont typeface="Wingdings" pitchFamily="2" charset="2"/>
              <a:buChar char="Ø"/>
            </a:pPr>
            <a:r>
              <a:rPr lang="en-US" sz="2000">
                <a:latin typeface="Times New Roman" panose="02020603050405020304" pitchFamily="18" charset="0"/>
                <a:cs typeface="Times New Roman" panose="02020603050405020304" pitchFamily="18" charset="0"/>
              </a:rPr>
              <a:t>Domain: Full stack web development.</a:t>
            </a:r>
          </a:p>
          <a:p>
            <a:pPr algn="just">
              <a:lnSpc>
                <a:spcPct val="150000"/>
              </a:lnSpc>
              <a:buFont typeface="Wingdings" pitchFamily="2" charset="2"/>
              <a:buChar char="Ø"/>
            </a:pPr>
            <a:r>
              <a:rPr lang="en-US" sz="2000">
                <a:latin typeface="Times New Roman" panose="02020603050405020304" pitchFamily="18" charset="0"/>
                <a:cs typeface="Times New Roman" panose="02020603050405020304" pitchFamily="18" charset="0"/>
              </a:rPr>
              <a:t>Duration: August 2022 - September 2022.</a:t>
            </a:r>
          </a:p>
          <a:p>
            <a:pPr marL="0" indent="0" algn="just">
              <a:lnSpc>
                <a:spcPct val="150000"/>
              </a:lnSpc>
              <a:buNone/>
            </a:pPr>
            <a:endParaRPr lang="en-US" sz="2000"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78ED1BB5-76F5-4CA3-B1FE-B05B9614B44F}"/>
              </a:ext>
            </a:extLst>
          </p:cNvPr>
          <p:cNvSpPr>
            <a:spLocks noGrp="1"/>
          </p:cNvSpPr>
          <p:nvPr>
            <p:ph type="dt" sz="half" idx="10"/>
          </p:nvPr>
        </p:nvSpPr>
        <p:spPr/>
        <p:txBody>
          <a:bodyPr/>
          <a:lstStyle/>
          <a:p>
            <a:r>
              <a:rPr lang="en-US"/>
              <a:t>VIII Semester, Department of ISE, RNSIT</a:t>
            </a:r>
            <a:endParaRPr lang="en-US" dirty="0"/>
          </a:p>
        </p:txBody>
      </p:sp>
      <p:sp>
        <p:nvSpPr>
          <p:cNvPr id="4" name="Footer Placeholder 3">
            <a:extLst>
              <a:ext uri="{FF2B5EF4-FFF2-40B4-BE49-F238E27FC236}">
                <a16:creationId xmlns:a16="http://schemas.microsoft.com/office/drawing/2014/main" id="{B33CD455-262C-407F-89E6-1DBDF19B952E}"/>
              </a:ext>
            </a:extLst>
          </p:cNvPr>
          <p:cNvSpPr>
            <a:spLocks noGrp="1"/>
          </p:cNvSpPr>
          <p:nvPr>
            <p:ph type="ftr" sz="quarter" idx="11"/>
          </p:nvPr>
        </p:nvSpPr>
        <p:spPr/>
        <p:txBody>
          <a:bodyPr/>
          <a:lstStyle/>
          <a:p>
            <a:r>
              <a:rPr lang="en-US"/>
              <a:t>2022 - 2023</a:t>
            </a:r>
            <a:endParaRPr lang="en-US" dirty="0"/>
          </a:p>
        </p:txBody>
      </p:sp>
      <p:sp>
        <p:nvSpPr>
          <p:cNvPr id="7" name="Slide Number Placeholder 6">
            <a:extLst>
              <a:ext uri="{FF2B5EF4-FFF2-40B4-BE49-F238E27FC236}">
                <a16:creationId xmlns:a16="http://schemas.microsoft.com/office/drawing/2014/main" id="{B70F791B-2FC0-473B-A001-5B20E76E69A9}"/>
              </a:ext>
            </a:extLst>
          </p:cNvPr>
          <p:cNvSpPr>
            <a:spLocks noGrp="1"/>
          </p:cNvSpPr>
          <p:nvPr>
            <p:ph type="sldNum" sz="quarter" idx="12"/>
          </p:nvPr>
        </p:nvSpPr>
        <p:spPr/>
        <p:txBody>
          <a:bodyPr/>
          <a:lstStyle/>
          <a:p>
            <a:fld id="{5B4F5413-E548-45A8-B9DD-11B71454D5CA}" type="slidenum">
              <a:rPr lang="en-US" smtClean="0"/>
              <a:pPr/>
              <a:t>4</a:t>
            </a:fld>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116632"/>
            <a:ext cx="7467600" cy="1008112"/>
          </a:xfrm>
        </p:spPr>
        <p:txBody>
          <a:bodyPr>
            <a:normAutofit/>
          </a:bodyPr>
          <a:lstStyle/>
          <a:p>
            <a:pPr algn="ctr"/>
            <a:r>
              <a:rPr lang="en-US" sz="3200" b="1">
                <a:solidFill>
                  <a:schemeClr val="accent1">
                    <a:lumMod val="75000"/>
                  </a:schemeClr>
                </a:solidFill>
                <a:latin typeface="Times New Roman" pitchFamily="18" charset="0"/>
                <a:cs typeface="Times New Roman" pitchFamily="18" charset="0"/>
              </a:rPr>
              <a:t>CERTIFICATE</a:t>
            </a:r>
            <a:endParaRPr lang="en-US" sz="3200" b="1" dirty="0">
              <a:solidFill>
                <a:schemeClr val="accent1">
                  <a:lumMod val="75000"/>
                </a:schemeClr>
              </a:solidFill>
              <a:latin typeface="Times New Roman" pitchFamily="18" charset="0"/>
              <a:cs typeface="Times New Roman" pitchFamily="18" charset="0"/>
            </a:endParaRPr>
          </a:p>
        </p:txBody>
      </p:sp>
      <p:pic>
        <p:nvPicPr>
          <p:cNvPr id="8" name="Content Placeholder 7">
            <a:extLst>
              <a:ext uri="{FF2B5EF4-FFF2-40B4-BE49-F238E27FC236}">
                <a16:creationId xmlns:a16="http://schemas.microsoft.com/office/drawing/2014/main" id="{4D7DFE45-4488-15B1-2B1C-746A93EB8B36}"/>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36127" t="9416" r="37064" b="24350"/>
          <a:stretch/>
        </p:blipFill>
        <p:spPr>
          <a:xfrm>
            <a:off x="983432" y="764704"/>
            <a:ext cx="10297144" cy="5256584"/>
          </a:xfrm>
        </p:spPr>
      </p:pic>
      <p:sp>
        <p:nvSpPr>
          <p:cNvPr id="5" name="Date Placeholder 4">
            <a:extLst>
              <a:ext uri="{FF2B5EF4-FFF2-40B4-BE49-F238E27FC236}">
                <a16:creationId xmlns:a16="http://schemas.microsoft.com/office/drawing/2014/main" id="{78ED1BB5-76F5-4CA3-B1FE-B05B9614B44F}"/>
              </a:ext>
            </a:extLst>
          </p:cNvPr>
          <p:cNvSpPr>
            <a:spLocks noGrp="1"/>
          </p:cNvSpPr>
          <p:nvPr>
            <p:ph type="dt" sz="half" idx="10"/>
          </p:nvPr>
        </p:nvSpPr>
        <p:spPr/>
        <p:txBody>
          <a:bodyPr/>
          <a:lstStyle/>
          <a:p>
            <a:r>
              <a:rPr lang="en-US"/>
              <a:t>VIII Semester, Department of ISE, RNSIT</a:t>
            </a:r>
            <a:endParaRPr lang="en-US" dirty="0"/>
          </a:p>
        </p:txBody>
      </p:sp>
      <p:sp>
        <p:nvSpPr>
          <p:cNvPr id="4" name="Footer Placeholder 3">
            <a:extLst>
              <a:ext uri="{FF2B5EF4-FFF2-40B4-BE49-F238E27FC236}">
                <a16:creationId xmlns:a16="http://schemas.microsoft.com/office/drawing/2014/main" id="{B33CD455-262C-407F-89E6-1DBDF19B952E}"/>
              </a:ext>
            </a:extLst>
          </p:cNvPr>
          <p:cNvSpPr>
            <a:spLocks noGrp="1"/>
          </p:cNvSpPr>
          <p:nvPr>
            <p:ph type="ftr" sz="quarter" idx="11"/>
          </p:nvPr>
        </p:nvSpPr>
        <p:spPr/>
        <p:txBody>
          <a:bodyPr/>
          <a:lstStyle/>
          <a:p>
            <a:r>
              <a:rPr lang="en-US"/>
              <a:t>2022 - 2023</a:t>
            </a:r>
            <a:endParaRPr lang="en-US" dirty="0"/>
          </a:p>
        </p:txBody>
      </p:sp>
      <p:sp>
        <p:nvSpPr>
          <p:cNvPr id="7" name="Slide Number Placeholder 6">
            <a:extLst>
              <a:ext uri="{FF2B5EF4-FFF2-40B4-BE49-F238E27FC236}">
                <a16:creationId xmlns:a16="http://schemas.microsoft.com/office/drawing/2014/main" id="{B70F791B-2FC0-473B-A001-5B20E76E69A9}"/>
              </a:ext>
            </a:extLst>
          </p:cNvPr>
          <p:cNvSpPr>
            <a:spLocks noGrp="1"/>
          </p:cNvSpPr>
          <p:nvPr>
            <p:ph type="sldNum" sz="quarter" idx="12"/>
          </p:nvPr>
        </p:nvSpPr>
        <p:spPr/>
        <p:txBody>
          <a:bodyPr/>
          <a:lstStyle/>
          <a:p>
            <a:fld id="{5B4F5413-E548-45A8-B9DD-11B71454D5CA}" type="slidenum">
              <a:rPr lang="en-US" smtClean="0"/>
              <a:pPr/>
              <a:t>5</a:t>
            </a:fld>
            <a:endParaRPr lang="en-US" dirty="0"/>
          </a:p>
        </p:txBody>
      </p:sp>
    </p:spTree>
    <p:extLst>
      <p:ext uri="{BB962C8B-B14F-4D97-AF65-F5344CB8AC3E}">
        <p14:creationId xmlns:p14="http://schemas.microsoft.com/office/powerpoint/2010/main" val="33482862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116632"/>
            <a:ext cx="7467600" cy="1080120"/>
          </a:xfrm>
        </p:spPr>
        <p:txBody>
          <a:bodyPr>
            <a:normAutofit/>
          </a:bodyPr>
          <a:lstStyle/>
          <a:p>
            <a:pPr algn="ctr"/>
            <a:r>
              <a:rPr lang="en-US" sz="3200" b="1" dirty="0">
                <a:solidFill>
                  <a:schemeClr val="accent1">
                    <a:lumMod val="75000"/>
                  </a:schemeClr>
                </a:solidFill>
                <a:latin typeface="Times New Roman" pitchFamily="18" charset="0"/>
                <a:cs typeface="Times New Roman" pitchFamily="18" charset="0"/>
              </a:rPr>
              <a:t>INTRODUCTION</a:t>
            </a:r>
            <a:br>
              <a:rPr lang="en-US" sz="3200" b="1" u="sng" dirty="0">
                <a:solidFill>
                  <a:schemeClr val="accent1">
                    <a:lumMod val="75000"/>
                  </a:schemeClr>
                </a:solidFill>
                <a:latin typeface="Times New Roman" pitchFamily="18" charset="0"/>
                <a:cs typeface="Times New Roman" pitchFamily="18" charset="0"/>
              </a:rPr>
            </a:br>
            <a:endParaRPr lang="en-US" sz="3200" b="1" u="sng" dirty="0">
              <a:solidFill>
                <a:schemeClr val="accent1">
                  <a:lumMod val="75000"/>
                </a:schemeClr>
              </a:solidFill>
              <a:latin typeface="Times New Roman" pitchFamily="18" charset="0"/>
              <a:cs typeface="Times New Roman" pitchFamily="18" charset="0"/>
            </a:endParaRPr>
          </a:p>
        </p:txBody>
      </p:sp>
      <p:sp>
        <p:nvSpPr>
          <p:cNvPr id="3" name="Content Placeholder 2"/>
          <p:cNvSpPr>
            <a:spLocks noGrp="1"/>
          </p:cNvSpPr>
          <p:nvPr>
            <p:ph idx="1"/>
          </p:nvPr>
        </p:nvSpPr>
        <p:spPr>
          <a:xfrm>
            <a:off x="623392" y="764704"/>
            <a:ext cx="10945216" cy="5472608"/>
          </a:xfrm>
        </p:spPr>
        <p:txBody>
          <a:bodyPr>
            <a:noAutofit/>
          </a:bodyPr>
          <a:lstStyle/>
          <a:p>
            <a:pPr algn="just">
              <a:lnSpc>
                <a:spcPct val="120000"/>
              </a:lnSpc>
              <a:buFont typeface="Wingdings" pitchFamily="2" charset="2"/>
              <a:buChar char="Ø"/>
            </a:pPr>
            <a:r>
              <a:rPr lang="en-US" sz="2000">
                <a:latin typeface="Times New Roman" pitchFamily="18" charset="0"/>
                <a:cs typeface="Times New Roman" pitchFamily="18" charset="0"/>
              </a:rPr>
              <a:t>Online Marketplace is classified ads website.</a:t>
            </a:r>
            <a:endParaRPr lang="en-US" sz="2000" dirty="0">
              <a:latin typeface="Times New Roman" pitchFamily="18" charset="0"/>
              <a:cs typeface="Times New Roman" pitchFamily="18" charset="0"/>
            </a:endParaRPr>
          </a:p>
          <a:p>
            <a:pPr algn="just">
              <a:lnSpc>
                <a:spcPct val="120000"/>
              </a:lnSpc>
              <a:buFont typeface="Wingdings" pitchFamily="2" charset="2"/>
              <a:buChar char="Ø"/>
            </a:pPr>
            <a:r>
              <a:rPr lang="en-US" sz="2000" b="0" i="0">
                <a:effectLst/>
                <a:latin typeface="Times New Roman" panose="02020603050405020304" pitchFamily="18" charset="0"/>
                <a:cs typeface="Times New Roman" panose="02020603050405020304" pitchFamily="18" charset="0"/>
              </a:rPr>
              <a:t>The purpose of this project is to develop a fully functional classified ad website, which will provide users with a platform to create accounts, post ads with images, and connect with potential buyers or sellers.</a:t>
            </a:r>
          </a:p>
          <a:p>
            <a:pPr algn="just">
              <a:lnSpc>
                <a:spcPct val="120000"/>
              </a:lnSpc>
              <a:buFont typeface="Wingdings" pitchFamily="2" charset="2"/>
              <a:buChar char="Ø"/>
            </a:pPr>
            <a:r>
              <a:rPr lang="en-US" sz="2000" b="0" i="0">
                <a:effectLst/>
                <a:latin typeface="Times New Roman" panose="02020603050405020304" pitchFamily="18" charset="0"/>
                <a:cs typeface="Times New Roman" panose="02020603050405020304" pitchFamily="18" charset="0"/>
              </a:rPr>
              <a:t>The classified ad website will offer key features such as user registration, ad posting with images, ad browsing, messaging system via email for communication between buyers and sellers, ad update and deletion options for sellers.</a:t>
            </a:r>
          </a:p>
          <a:p>
            <a:pPr algn="just">
              <a:lnSpc>
                <a:spcPct val="120000"/>
              </a:lnSpc>
              <a:buFont typeface="Wingdings" pitchFamily="2" charset="2"/>
              <a:buChar char="Ø"/>
            </a:pPr>
            <a:r>
              <a:rPr lang="en-US" sz="2000">
                <a:latin typeface="Times New Roman" panose="02020603050405020304" pitchFamily="18" charset="0"/>
                <a:cs typeface="Times New Roman" panose="02020603050405020304" pitchFamily="18" charset="0"/>
              </a:rPr>
              <a:t>A</a:t>
            </a:r>
            <a:r>
              <a:rPr lang="en-US" sz="2000" b="0" i="0">
                <a:effectLst/>
                <a:latin typeface="Times New Roman" panose="02020603050405020304" pitchFamily="18" charset="0"/>
                <a:cs typeface="Times New Roman" panose="02020603050405020304" pitchFamily="18" charset="0"/>
              </a:rPr>
              <a:t>dmin moderation to ensure content quality and safety.</a:t>
            </a:r>
            <a:endParaRPr lang="en-US" sz="2000">
              <a:latin typeface="Times New Roman" panose="02020603050405020304" pitchFamily="18" charset="0"/>
              <a:cs typeface="Times New Roman" panose="02020603050405020304" pitchFamily="18" charset="0"/>
            </a:endParaRPr>
          </a:p>
          <a:p>
            <a:pPr algn="just">
              <a:lnSpc>
                <a:spcPct val="120000"/>
              </a:lnSpc>
              <a:buFont typeface="Wingdings" pitchFamily="2" charset="2"/>
              <a:buChar char="Ø"/>
            </a:pPr>
            <a:r>
              <a:rPr lang="en-US" sz="2000" b="0" i="0">
                <a:effectLst/>
                <a:latin typeface="Times New Roman" panose="02020603050405020304" pitchFamily="18" charset="0"/>
                <a:cs typeface="Times New Roman" panose="02020603050405020304" pitchFamily="18" charset="0"/>
              </a:rPr>
              <a:t>The project was implemented as a full stack web application, utilizing a combination of front-end and back-end technologies.</a:t>
            </a:r>
          </a:p>
          <a:p>
            <a:pPr algn="just">
              <a:lnSpc>
                <a:spcPct val="120000"/>
              </a:lnSpc>
              <a:buFont typeface="Wingdings" pitchFamily="2" charset="2"/>
              <a:buChar char="Ø"/>
            </a:pPr>
            <a:r>
              <a:rPr lang="en-US" sz="2000" b="0" i="0">
                <a:effectLst/>
                <a:latin typeface="Times New Roman" panose="02020603050405020304" pitchFamily="18" charset="0"/>
                <a:cs typeface="Times New Roman" panose="02020603050405020304" pitchFamily="18" charset="0"/>
              </a:rPr>
              <a:t>This project was made using the industry standard MVC architecture for better optimization, cloudinary service for media storage control and use of hash and salt to store encrypted user password such that it is prone to attacks.</a:t>
            </a:r>
          </a:p>
        </p:txBody>
      </p:sp>
      <p:sp>
        <p:nvSpPr>
          <p:cNvPr id="5" name="Date Placeholder 4">
            <a:extLst>
              <a:ext uri="{FF2B5EF4-FFF2-40B4-BE49-F238E27FC236}">
                <a16:creationId xmlns:a16="http://schemas.microsoft.com/office/drawing/2014/main" id="{78ED1BB5-76F5-4CA3-B1FE-B05B9614B44F}"/>
              </a:ext>
            </a:extLst>
          </p:cNvPr>
          <p:cNvSpPr>
            <a:spLocks noGrp="1"/>
          </p:cNvSpPr>
          <p:nvPr>
            <p:ph type="dt" sz="half" idx="10"/>
          </p:nvPr>
        </p:nvSpPr>
        <p:spPr/>
        <p:txBody>
          <a:bodyPr/>
          <a:lstStyle/>
          <a:p>
            <a:r>
              <a:rPr lang="en-US"/>
              <a:t>VIII Semester, Department of ISE, RNSIT</a:t>
            </a:r>
            <a:endParaRPr lang="en-US" dirty="0"/>
          </a:p>
        </p:txBody>
      </p:sp>
      <p:sp>
        <p:nvSpPr>
          <p:cNvPr id="4" name="Footer Placeholder 3">
            <a:extLst>
              <a:ext uri="{FF2B5EF4-FFF2-40B4-BE49-F238E27FC236}">
                <a16:creationId xmlns:a16="http://schemas.microsoft.com/office/drawing/2014/main" id="{B33CD455-262C-407F-89E6-1DBDF19B952E}"/>
              </a:ext>
            </a:extLst>
          </p:cNvPr>
          <p:cNvSpPr>
            <a:spLocks noGrp="1"/>
          </p:cNvSpPr>
          <p:nvPr>
            <p:ph type="ftr" sz="quarter" idx="11"/>
          </p:nvPr>
        </p:nvSpPr>
        <p:spPr/>
        <p:txBody>
          <a:bodyPr/>
          <a:lstStyle/>
          <a:p>
            <a:r>
              <a:rPr lang="en-US"/>
              <a:t>2022 - 2023</a:t>
            </a:r>
            <a:endParaRPr lang="en-US" dirty="0"/>
          </a:p>
        </p:txBody>
      </p:sp>
      <p:sp>
        <p:nvSpPr>
          <p:cNvPr id="7" name="Slide Number Placeholder 6">
            <a:extLst>
              <a:ext uri="{FF2B5EF4-FFF2-40B4-BE49-F238E27FC236}">
                <a16:creationId xmlns:a16="http://schemas.microsoft.com/office/drawing/2014/main" id="{A398D7C1-FF9A-4118-8448-A4F79609E2B4}"/>
              </a:ext>
            </a:extLst>
          </p:cNvPr>
          <p:cNvSpPr>
            <a:spLocks noGrp="1"/>
          </p:cNvSpPr>
          <p:nvPr>
            <p:ph type="sldNum" sz="quarter" idx="12"/>
          </p:nvPr>
        </p:nvSpPr>
        <p:spPr/>
        <p:txBody>
          <a:bodyPr/>
          <a:lstStyle/>
          <a:p>
            <a:fld id="{5B4F5413-E548-45A8-B9DD-11B71454D5CA}" type="slidenum">
              <a:rPr lang="en-US" smtClean="0"/>
              <a:pPr/>
              <a:t>6</a:t>
            </a:fld>
            <a:endParaRPr lang="en-US" dirty="0"/>
          </a:p>
        </p:txBody>
      </p:sp>
    </p:spTree>
    <p:extLst>
      <p:ext uri="{BB962C8B-B14F-4D97-AF65-F5344CB8AC3E}">
        <p14:creationId xmlns:p14="http://schemas.microsoft.com/office/powerpoint/2010/main" val="26906634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116632"/>
            <a:ext cx="7467600" cy="1080120"/>
          </a:xfrm>
        </p:spPr>
        <p:txBody>
          <a:bodyPr>
            <a:normAutofit/>
          </a:bodyPr>
          <a:lstStyle/>
          <a:p>
            <a:pPr algn="ctr"/>
            <a:r>
              <a:rPr lang="en-US" sz="3200" b="1">
                <a:solidFill>
                  <a:schemeClr val="accent1">
                    <a:lumMod val="75000"/>
                  </a:schemeClr>
                </a:solidFill>
                <a:latin typeface="Times New Roman" pitchFamily="18" charset="0"/>
                <a:cs typeface="Times New Roman" pitchFamily="18" charset="0"/>
              </a:rPr>
              <a:t>OBJECTIVES</a:t>
            </a:r>
            <a:br>
              <a:rPr lang="en-US" sz="3200" b="1" u="sng" dirty="0">
                <a:solidFill>
                  <a:schemeClr val="accent1">
                    <a:lumMod val="75000"/>
                  </a:schemeClr>
                </a:solidFill>
                <a:latin typeface="Times New Roman" pitchFamily="18" charset="0"/>
                <a:cs typeface="Times New Roman" pitchFamily="18" charset="0"/>
              </a:rPr>
            </a:br>
            <a:endParaRPr lang="en-US" sz="3200" b="1" u="sng" dirty="0">
              <a:solidFill>
                <a:schemeClr val="accent1">
                  <a:lumMod val="75000"/>
                </a:schemeClr>
              </a:solidFill>
              <a:latin typeface="Times New Roman" pitchFamily="18" charset="0"/>
              <a:cs typeface="Times New Roman" pitchFamily="18" charset="0"/>
            </a:endParaRPr>
          </a:p>
        </p:txBody>
      </p:sp>
      <p:sp>
        <p:nvSpPr>
          <p:cNvPr id="3" name="Content Placeholder 2"/>
          <p:cNvSpPr>
            <a:spLocks noGrp="1"/>
          </p:cNvSpPr>
          <p:nvPr>
            <p:ph idx="1"/>
          </p:nvPr>
        </p:nvSpPr>
        <p:spPr>
          <a:xfrm>
            <a:off x="623392" y="764704"/>
            <a:ext cx="10945216" cy="5472608"/>
          </a:xfrm>
        </p:spPr>
        <p:txBody>
          <a:bodyPr>
            <a:noAutofit/>
          </a:bodyPr>
          <a:lstStyle/>
          <a:p>
            <a:pPr algn="just" eaLnBrk="1" hangingPunct="1">
              <a:lnSpc>
                <a:spcPct val="150000"/>
              </a:lnSpc>
              <a:buFont typeface="Wingdings" panose="05000000000000000000" pitchFamily="2" charset="2"/>
              <a:buChar char="Ø"/>
            </a:pPr>
            <a:r>
              <a:rPr lang="en-US" sz="1800" b="0" i="0">
                <a:effectLst/>
                <a:latin typeface="Times New Roman" panose="02020603050405020304" pitchFamily="18" charset="0"/>
                <a:cs typeface="Times New Roman" panose="02020603050405020304" pitchFamily="18" charset="0"/>
              </a:rPr>
              <a:t>To understand how MVC architecture is implemented in real world project.</a:t>
            </a:r>
          </a:p>
          <a:p>
            <a:pPr algn="just" eaLnBrk="1" hangingPunct="1">
              <a:lnSpc>
                <a:spcPct val="150000"/>
              </a:lnSpc>
              <a:buFont typeface="Wingdings" panose="05000000000000000000" pitchFamily="2" charset="2"/>
              <a:buChar char="Ø"/>
            </a:pPr>
            <a:r>
              <a:rPr lang="en-US" sz="1800">
                <a:latin typeface="Times New Roman" panose="02020603050405020304" pitchFamily="18" charset="0"/>
                <a:cs typeface="Times New Roman" panose="02020603050405020304" pitchFamily="18" charset="0"/>
              </a:rPr>
              <a:t>To understand how different parts of a full stack web project communicate and works.</a:t>
            </a:r>
          </a:p>
          <a:p>
            <a:pPr algn="just" eaLnBrk="1" hangingPunct="1">
              <a:lnSpc>
                <a:spcPct val="150000"/>
              </a:lnSpc>
              <a:buFont typeface="Wingdings" panose="05000000000000000000" pitchFamily="2" charset="2"/>
              <a:buChar char="Ø"/>
            </a:pPr>
            <a:r>
              <a:rPr lang="en-US" sz="1800" b="0" i="0">
                <a:effectLst/>
                <a:latin typeface="Times New Roman" panose="02020603050405020304" pitchFamily="18" charset="0"/>
                <a:cs typeface="Times New Roman" panose="02020603050405020304" pitchFamily="18" charset="0"/>
              </a:rPr>
              <a:t>T</a:t>
            </a:r>
            <a:r>
              <a:rPr lang="en-US" sz="1800">
                <a:latin typeface="Times New Roman" panose="02020603050405020304" pitchFamily="18" charset="0"/>
                <a:cs typeface="Times New Roman" panose="02020603050405020304" pitchFamily="18" charset="0"/>
              </a:rPr>
              <a:t>o understand how authentication and authorization works using hash encryption.</a:t>
            </a:r>
          </a:p>
          <a:p>
            <a:pPr algn="just" eaLnBrk="1" hangingPunct="1">
              <a:lnSpc>
                <a:spcPct val="150000"/>
              </a:lnSpc>
              <a:buFont typeface="Wingdings" panose="05000000000000000000" pitchFamily="2" charset="2"/>
              <a:buChar char="Ø"/>
            </a:pPr>
            <a:r>
              <a:rPr lang="en-US" sz="1800" b="0" i="0">
                <a:effectLst/>
                <a:latin typeface="Times New Roman" panose="02020603050405020304" pitchFamily="18" charset="0"/>
                <a:cs typeface="Times New Roman" panose="02020603050405020304" pitchFamily="18" charset="0"/>
              </a:rPr>
              <a:t>To understand how third party cloud service can be implemented within </a:t>
            </a:r>
            <a:r>
              <a:rPr lang="en-US" sz="1800">
                <a:latin typeface="Times New Roman" panose="02020603050405020304" pitchFamily="18" charset="0"/>
                <a:cs typeface="Times New Roman" panose="02020603050405020304" pitchFamily="18" charset="0"/>
              </a:rPr>
              <a:t>web development projects.</a:t>
            </a:r>
          </a:p>
          <a:p>
            <a:pPr marL="0" indent="0" algn="just" eaLnBrk="1" hangingPunct="1">
              <a:lnSpc>
                <a:spcPct val="150000"/>
              </a:lnSpc>
              <a:buNone/>
            </a:pPr>
            <a:endParaRPr lang="en-US" sz="1800" b="0" i="0">
              <a:effectLst/>
              <a:latin typeface="Times New Roman" panose="02020603050405020304" pitchFamily="18" charset="0"/>
              <a:cs typeface="Times New Roman" panose="02020603050405020304" pitchFamily="18" charset="0"/>
            </a:endParaRPr>
          </a:p>
          <a:p>
            <a:pPr algn="just" eaLnBrk="1" hangingPunct="1">
              <a:lnSpc>
                <a:spcPct val="150000"/>
              </a:lnSpc>
              <a:buFont typeface="Wingdings" panose="05000000000000000000" pitchFamily="2" charset="2"/>
              <a:buChar char="Ø"/>
            </a:pPr>
            <a:r>
              <a:rPr lang="en-US" sz="1800" b="0" i="0">
                <a:effectLst/>
                <a:latin typeface="Times New Roman" panose="02020603050405020304" pitchFamily="18" charset="0"/>
                <a:cs typeface="Times New Roman" panose="02020603050405020304" pitchFamily="18" charset="0"/>
              </a:rPr>
              <a:t>Connect Buyers and Sellers</a:t>
            </a:r>
          </a:p>
          <a:p>
            <a:pPr algn="just" eaLnBrk="1" hangingPunct="1">
              <a:lnSpc>
                <a:spcPct val="150000"/>
              </a:lnSpc>
              <a:buFont typeface="Wingdings" panose="05000000000000000000" pitchFamily="2" charset="2"/>
              <a:buChar char="Ø"/>
            </a:pPr>
            <a:r>
              <a:rPr lang="en-IN" sz="1800" b="0" i="0">
                <a:effectLst/>
                <a:latin typeface="Times New Roman" panose="02020603050405020304" pitchFamily="18" charset="0"/>
                <a:cs typeface="Times New Roman" panose="02020603050405020304" pitchFamily="18" charset="0"/>
              </a:rPr>
              <a:t>Enable Easy Ad Posting</a:t>
            </a:r>
          </a:p>
          <a:p>
            <a:pPr algn="just" eaLnBrk="1" hangingPunct="1">
              <a:lnSpc>
                <a:spcPct val="150000"/>
              </a:lnSpc>
              <a:buFont typeface="Wingdings" panose="05000000000000000000" pitchFamily="2" charset="2"/>
              <a:buChar char="Ø"/>
            </a:pPr>
            <a:r>
              <a:rPr lang="en-IN" sz="1800" b="0" i="0">
                <a:effectLst/>
                <a:latin typeface="Times New Roman" panose="02020603050405020304" pitchFamily="18" charset="0"/>
                <a:cs typeface="Times New Roman" panose="02020603050405020304" pitchFamily="18" charset="0"/>
              </a:rPr>
              <a:t>Provide a User-Friendly Experience</a:t>
            </a:r>
          </a:p>
          <a:p>
            <a:pPr algn="just" eaLnBrk="1" hangingPunct="1">
              <a:lnSpc>
                <a:spcPct val="150000"/>
              </a:lnSpc>
              <a:buFont typeface="Wingdings" panose="05000000000000000000" pitchFamily="2" charset="2"/>
              <a:buChar char="Ø"/>
            </a:pPr>
            <a:r>
              <a:rPr lang="en-US" sz="1800" b="0" i="0">
                <a:effectLst/>
                <a:latin typeface="Times New Roman" panose="02020603050405020304" pitchFamily="18" charset="0"/>
                <a:cs typeface="Times New Roman" panose="02020603050405020304" pitchFamily="18" charset="0"/>
              </a:rPr>
              <a:t>Facilitate Effective Browsing</a:t>
            </a:r>
            <a:endParaRPr lang="en-IN" sz="1800">
              <a:latin typeface="Times New Roman" panose="02020603050405020304" pitchFamily="18" charset="0"/>
              <a:cs typeface="Times New Roman" panose="02020603050405020304" pitchFamily="18" charset="0"/>
            </a:endParaRPr>
          </a:p>
          <a:p>
            <a:pPr algn="just" eaLnBrk="1" hangingPunct="1">
              <a:lnSpc>
                <a:spcPct val="150000"/>
              </a:lnSpc>
              <a:buFont typeface="Wingdings" panose="05000000000000000000" pitchFamily="2" charset="2"/>
              <a:buChar char="Ø"/>
            </a:pPr>
            <a:r>
              <a:rPr lang="en-US" sz="1800" b="0" i="0">
                <a:effectLst/>
                <a:latin typeface="Times New Roman" panose="02020603050405020304" pitchFamily="18" charset="0"/>
                <a:cs typeface="Times New Roman" panose="02020603050405020304" pitchFamily="18" charset="0"/>
              </a:rPr>
              <a:t>Promote User Safety and Trust</a:t>
            </a:r>
          </a:p>
          <a:p>
            <a:pPr algn="just">
              <a:lnSpc>
                <a:spcPct val="120000"/>
              </a:lnSpc>
              <a:buFont typeface="Wingdings" pitchFamily="2" charset="2"/>
              <a:buChar char="Ø"/>
            </a:pPr>
            <a:endParaRPr lang="en-US" sz="1800" b="0" i="0">
              <a:effectLst/>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78ED1BB5-76F5-4CA3-B1FE-B05B9614B44F}"/>
              </a:ext>
            </a:extLst>
          </p:cNvPr>
          <p:cNvSpPr>
            <a:spLocks noGrp="1"/>
          </p:cNvSpPr>
          <p:nvPr>
            <p:ph type="dt" sz="half" idx="10"/>
          </p:nvPr>
        </p:nvSpPr>
        <p:spPr/>
        <p:txBody>
          <a:bodyPr/>
          <a:lstStyle/>
          <a:p>
            <a:r>
              <a:rPr lang="en-US"/>
              <a:t>VIII Semester, Department of ISE, RNSIT</a:t>
            </a:r>
            <a:endParaRPr lang="en-US" dirty="0"/>
          </a:p>
        </p:txBody>
      </p:sp>
      <p:sp>
        <p:nvSpPr>
          <p:cNvPr id="4" name="Footer Placeholder 3">
            <a:extLst>
              <a:ext uri="{FF2B5EF4-FFF2-40B4-BE49-F238E27FC236}">
                <a16:creationId xmlns:a16="http://schemas.microsoft.com/office/drawing/2014/main" id="{B33CD455-262C-407F-89E6-1DBDF19B952E}"/>
              </a:ext>
            </a:extLst>
          </p:cNvPr>
          <p:cNvSpPr>
            <a:spLocks noGrp="1"/>
          </p:cNvSpPr>
          <p:nvPr>
            <p:ph type="ftr" sz="quarter" idx="11"/>
          </p:nvPr>
        </p:nvSpPr>
        <p:spPr/>
        <p:txBody>
          <a:bodyPr/>
          <a:lstStyle/>
          <a:p>
            <a:r>
              <a:rPr lang="en-US"/>
              <a:t>2022 - 2023</a:t>
            </a:r>
            <a:endParaRPr lang="en-US" dirty="0"/>
          </a:p>
        </p:txBody>
      </p:sp>
      <p:sp>
        <p:nvSpPr>
          <p:cNvPr id="7" name="Slide Number Placeholder 6">
            <a:extLst>
              <a:ext uri="{FF2B5EF4-FFF2-40B4-BE49-F238E27FC236}">
                <a16:creationId xmlns:a16="http://schemas.microsoft.com/office/drawing/2014/main" id="{A398D7C1-FF9A-4118-8448-A4F79609E2B4}"/>
              </a:ext>
            </a:extLst>
          </p:cNvPr>
          <p:cNvSpPr>
            <a:spLocks noGrp="1"/>
          </p:cNvSpPr>
          <p:nvPr>
            <p:ph type="sldNum" sz="quarter" idx="12"/>
          </p:nvPr>
        </p:nvSpPr>
        <p:spPr/>
        <p:txBody>
          <a:bodyPr/>
          <a:lstStyle/>
          <a:p>
            <a:fld id="{5B4F5413-E548-45A8-B9DD-11B71454D5CA}" type="slidenum">
              <a:rPr lang="en-US" smtClean="0"/>
              <a:pPr/>
              <a:t>7</a:t>
            </a:fld>
            <a:endParaRPr lang="en-US" dirty="0"/>
          </a:p>
        </p:txBody>
      </p:sp>
    </p:spTree>
    <p:extLst>
      <p:ext uri="{BB962C8B-B14F-4D97-AF65-F5344CB8AC3E}">
        <p14:creationId xmlns:p14="http://schemas.microsoft.com/office/powerpoint/2010/main" val="39381000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116632"/>
            <a:ext cx="7467600" cy="1080120"/>
          </a:xfrm>
        </p:spPr>
        <p:txBody>
          <a:bodyPr>
            <a:normAutofit/>
          </a:bodyPr>
          <a:lstStyle/>
          <a:p>
            <a:pPr algn="ctr"/>
            <a:r>
              <a:rPr lang="en-US" sz="3200" b="1">
                <a:solidFill>
                  <a:schemeClr val="accent1">
                    <a:lumMod val="75000"/>
                  </a:schemeClr>
                </a:solidFill>
                <a:latin typeface="Times New Roman" pitchFamily="18" charset="0"/>
                <a:cs typeface="Times New Roman" pitchFamily="18" charset="0"/>
              </a:rPr>
              <a:t>TOOLS</a:t>
            </a:r>
            <a:endParaRPr lang="en-US" sz="3200" b="1" u="sng" dirty="0">
              <a:solidFill>
                <a:schemeClr val="accent1">
                  <a:lumMod val="75000"/>
                </a:schemeClr>
              </a:solidFill>
              <a:latin typeface="Times New Roman" pitchFamily="18" charset="0"/>
              <a:cs typeface="Times New Roman" pitchFamily="18" charset="0"/>
            </a:endParaRPr>
          </a:p>
        </p:txBody>
      </p:sp>
      <p:sp>
        <p:nvSpPr>
          <p:cNvPr id="3" name="Content Placeholder 2"/>
          <p:cNvSpPr>
            <a:spLocks noGrp="1"/>
          </p:cNvSpPr>
          <p:nvPr>
            <p:ph idx="1"/>
          </p:nvPr>
        </p:nvSpPr>
        <p:spPr>
          <a:xfrm>
            <a:off x="623392" y="764704"/>
            <a:ext cx="10945216" cy="5472608"/>
          </a:xfrm>
        </p:spPr>
        <p:txBody>
          <a:bodyPr>
            <a:noAutofit/>
          </a:bodyPr>
          <a:lstStyle/>
          <a:p>
            <a:pPr algn="just">
              <a:lnSpc>
                <a:spcPct val="120000"/>
              </a:lnSpc>
              <a:buFont typeface="Wingdings" pitchFamily="2" charset="2"/>
              <a:buChar char="Ø"/>
            </a:pPr>
            <a:r>
              <a:rPr lang="en-US" sz="2000" b="1" i="0">
                <a:effectLst/>
                <a:latin typeface="Times New Roman" panose="02020603050405020304" pitchFamily="18" charset="0"/>
                <a:cs typeface="Times New Roman" panose="02020603050405020304" pitchFamily="18" charset="0"/>
              </a:rPr>
              <a:t>HTML</a:t>
            </a:r>
            <a:r>
              <a:rPr lang="en-US" sz="2000" b="0" i="0">
                <a:effectLst/>
                <a:latin typeface="Times New Roman" panose="02020603050405020304" pitchFamily="18" charset="0"/>
                <a:cs typeface="Times New Roman" panose="02020603050405020304" pitchFamily="18" charset="0"/>
              </a:rPr>
              <a:t>: HTML (Hypertext Markup Language) is the foundation of the web, allowing the creation and structuring of web pages through the use of tags and elements. It provides a standardized structure for content and enables the integration of multimedia elements, forms, and interactive features within a browser.</a:t>
            </a:r>
          </a:p>
          <a:p>
            <a:pPr algn="just">
              <a:lnSpc>
                <a:spcPct val="120000"/>
              </a:lnSpc>
              <a:buFont typeface="Wingdings" pitchFamily="2" charset="2"/>
              <a:buChar char="Ø"/>
            </a:pPr>
            <a:r>
              <a:rPr lang="en-US" sz="2000" b="1">
                <a:latin typeface="Times New Roman" panose="02020603050405020304" pitchFamily="18" charset="0"/>
                <a:cs typeface="Times New Roman" panose="02020603050405020304" pitchFamily="18" charset="0"/>
              </a:rPr>
              <a:t>CSS</a:t>
            </a:r>
            <a:r>
              <a:rPr lang="en-US" sz="2000">
                <a:latin typeface="Times New Roman" panose="02020603050405020304" pitchFamily="18" charset="0"/>
                <a:cs typeface="Times New Roman" panose="02020603050405020304" pitchFamily="18" charset="0"/>
              </a:rPr>
              <a:t>: CSS, short for Cascading Style Sheets, is a fundamental web technology used to define the visual appearance and layout of HTML elements, allowing developers to customize the colors, fonts, spacing, and overall design of a website to create engaging and visually appealing user experiences.</a:t>
            </a:r>
          </a:p>
          <a:p>
            <a:pPr algn="just">
              <a:lnSpc>
                <a:spcPct val="120000"/>
              </a:lnSpc>
              <a:buFont typeface="Wingdings" pitchFamily="2" charset="2"/>
              <a:buChar char="Ø"/>
            </a:pPr>
            <a:r>
              <a:rPr lang="en-US" sz="2000" b="1">
                <a:latin typeface="Times New Roman" panose="02020603050405020304" pitchFamily="18" charset="0"/>
                <a:cs typeface="Times New Roman" panose="02020603050405020304" pitchFamily="18" charset="0"/>
              </a:rPr>
              <a:t>JS</a:t>
            </a:r>
            <a:r>
              <a:rPr lang="en-US" sz="2000">
                <a:latin typeface="Times New Roman" panose="02020603050405020304" pitchFamily="18" charset="0"/>
                <a:cs typeface="Times New Roman" panose="02020603050405020304" pitchFamily="18" charset="0"/>
              </a:rPr>
              <a:t>: JavaScript (JS) is a versatile programming language commonly used for adding interactivity and dynamic functionality to websites, allowing developers to create interactive web experiences and build powerful web applications.</a:t>
            </a:r>
          </a:p>
          <a:p>
            <a:pPr algn="just">
              <a:lnSpc>
                <a:spcPct val="120000"/>
              </a:lnSpc>
              <a:buFont typeface="Wingdings" pitchFamily="2" charset="2"/>
              <a:buChar char="Ø"/>
            </a:pPr>
            <a:r>
              <a:rPr lang="en-US" sz="2000" b="1" i="0">
                <a:effectLst/>
                <a:latin typeface="Times New Roman" panose="02020603050405020304" pitchFamily="18" charset="0"/>
                <a:cs typeface="Times New Roman" panose="02020603050405020304" pitchFamily="18" charset="0"/>
              </a:rPr>
              <a:t>EJS</a:t>
            </a:r>
            <a:r>
              <a:rPr lang="en-US" sz="2000" b="0" i="0">
                <a:effectLst/>
                <a:latin typeface="Times New Roman" panose="02020603050405020304" pitchFamily="18" charset="0"/>
                <a:cs typeface="Times New Roman" panose="02020603050405020304" pitchFamily="18" charset="0"/>
              </a:rPr>
              <a:t>: EJS (Embedded JavaScript) is a powerful templating engine for JavaScript that allows seamless integration of dynamic content into HTML templates. With its simple syntax and extensive functionality, EJS enables developers to build dynamic web pages with ease.</a:t>
            </a:r>
          </a:p>
        </p:txBody>
      </p:sp>
      <p:sp>
        <p:nvSpPr>
          <p:cNvPr id="5" name="Date Placeholder 4">
            <a:extLst>
              <a:ext uri="{FF2B5EF4-FFF2-40B4-BE49-F238E27FC236}">
                <a16:creationId xmlns:a16="http://schemas.microsoft.com/office/drawing/2014/main" id="{78ED1BB5-76F5-4CA3-B1FE-B05B9614B44F}"/>
              </a:ext>
            </a:extLst>
          </p:cNvPr>
          <p:cNvSpPr>
            <a:spLocks noGrp="1"/>
          </p:cNvSpPr>
          <p:nvPr>
            <p:ph type="dt" sz="half" idx="10"/>
          </p:nvPr>
        </p:nvSpPr>
        <p:spPr/>
        <p:txBody>
          <a:bodyPr/>
          <a:lstStyle/>
          <a:p>
            <a:r>
              <a:rPr lang="en-US"/>
              <a:t>VIII Semester, Department of ISE, RNSIT</a:t>
            </a:r>
            <a:endParaRPr lang="en-US" dirty="0"/>
          </a:p>
        </p:txBody>
      </p:sp>
      <p:sp>
        <p:nvSpPr>
          <p:cNvPr id="4" name="Footer Placeholder 3">
            <a:extLst>
              <a:ext uri="{FF2B5EF4-FFF2-40B4-BE49-F238E27FC236}">
                <a16:creationId xmlns:a16="http://schemas.microsoft.com/office/drawing/2014/main" id="{B33CD455-262C-407F-89E6-1DBDF19B952E}"/>
              </a:ext>
            </a:extLst>
          </p:cNvPr>
          <p:cNvSpPr>
            <a:spLocks noGrp="1"/>
          </p:cNvSpPr>
          <p:nvPr>
            <p:ph type="ftr" sz="quarter" idx="11"/>
          </p:nvPr>
        </p:nvSpPr>
        <p:spPr/>
        <p:txBody>
          <a:bodyPr/>
          <a:lstStyle/>
          <a:p>
            <a:r>
              <a:rPr lang="en-US"/>
              <a:t>2022 - 2023</a:t>
            </a:r>
            <a:endParaRPr lang="en-US" dirty="0"/>
          </a:p>
        </p:txBody>
      </p:sp>
      <p:sp>
        <p:nvSpPr>
          <p:cNvPr id="7" name="Slide Number Placeholder 6">
            <a:extLst>
              <a:ext uri="{FF2B5EF4-FFF2-40B4-BE49-F238E27FC236}">
                <a16:creationId xmlns:a16="http://schemas.microsoft.com/office/drawing/2014/main" id="{A398D7C1-FF9A-4118-8448-A4F79609E2B4}"/>
              </a:ext>
            </a:extLst>
          </p:cNvPr>
          <p:cNvSpPr>
            <a:spLocks noGrp="1"/>
          </p:cNvSpPr>
          <p:nvPr>
            <p:ph type="sldNum" sz="quarter" idx="12"/>
          </p:nvPr>
        </p:nvSpPr>
        <p:spPr/>
        <p:txBody>
          <a:bodyPr/>
          <a:lstStyle/>
          <a:p>
            <a:fld id="{5B4F5413-E548-45A8-B9DD-11B71454D5CA}" type="slidenum">
              <a:rPr lang="en-US" smtClean="0"/>
              <a:pPr/>
              <a:t>8</a:t>
            </a:fld>
            <a:endParaRPr lang="en-US" dirty="0"/>
          </a:p>
        </p:txBody>
      </p:sp>
    </p:spTree>
    <p:extLst>
      <p:ext uri="{BB962C8B-B14F-4D97-AF65-F5344CB8AC3E}">
        <p14:creationId xmlns:p14="http://schemas.microsoft.com/office/powerpoint/2010/main" val="42837379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116632"/>
            <a:ext cx="7467600" cy="1080120"/>
          </a:xfrm>
        </p:spPr>
        <p:txBody>
          <a:bodyPr>
            <a:normAutofit/>
          </a:bodyPr>
          <a:lstStyle/>
          <a:p>
            <a:pPr algn="ctr"/>
            <a:r>
              <a:rPr lang="en-US" sz="3200" b="1">
                <a:solidFill>
                  <a:schemeClr val="accent1">
                    <a:lumMod val="75000"/>
                  </a:schemeClr>
                </a:solidFill>
                <a:latin typeface="Times New Roman" pitchFamily="18" charset="0"/>
                <a:cs typeface="Times New Roman" pitchFamily="18" charset="0"/>
              </a:rPr>
              <a:t>TOOLS</a:t>
            </a:r>
            <a:endParaRPr lang="en-US" sz="3200" b="1" u="sng" dirty="0">
              <a:solidFill>
                <a:schemeClr val="accent1">
                  <a:lumMod val="75000"/>
                </a:schemeClr>
              </a:solidFill>
              <a:latin typeface="Times New Roman" pitchFamily="18" charset="0"/>
              <a:cs typeface="Times New Roman" pitchFamily="18" charset="0"/>
            </a:endParaRPr>
          </a:p>
        </p:txBody>
      </p:sp>
      <p:sp>
        <p:nvSpPr>
          <p:cNvPr id="3" name="Content Placeholder 2"/>
          <p:cNvSpPr>
            <a:spLocks noGrp="1"/>
          </p:cNvSpPr>
          <p:nvPr>
            <p:ph idx="1"/>
          </p:nvPr>
        </p:nvSpPr>
        <p:spPr>
          <a:xfrm>
            <a:off x="623392" y="764704"/>
            <a:ext cx="10945216" cy="5472608"/>
          </a:xfrm>
        </p:spPr>
        <p:txBody>
          <a:bodyPr>
            <a:noAutofit/>
          </a:bodyPr>
          <a:lstStyle/>
          <a:p>
            <a:pPr algn="just">
              <a:lnSpc>
                <a:spcPct val="120000"/>
              </a:lnSpc>
              <a:buFont typeface="Wingdings" pitchFamily="2" charset="2"/>
              <a:buChar char="Ø"/>
            </a:pPr>
            <a:r>
              <a:rPr lang="en-US" sz="2000" b="1">
                <a:latin typeface="Times New Roman" panose="02020603050405020304" pitchFamily="18" charset="0"/>
                <a:cs typeface="Times New Roman" panose="02020603050405020304" pitchFamily="18" charset="0"/>
              </a:rPr>
              <a:t>NodeJS</a:t>
            </a:r>
            <a:r>
              <a:rPr lang="en-US" sz="2000">
                <a:latin typeface="Times New Roman" panose="02020603050405020304" pitchFamily="18" charset="0"/>
                <a:cs typeface="Times New Roman" panose="02020603050405020304" pitchFamily="18" charset="0"/>
              </a:rPr>
              <a:t>: Node.js is a powerful, server-side JavaScript runtime environment that allows developers to build scalable and efficient web applications. With its event-driven architecture and extensive package ecosystem, Node.js has become a popular choice for creating high-performance server-side applications.</a:t>
            </a:r>
          </a:p>
          <a:p>
            <a:pPr algn="just">
              <a:lnSpc>
                <a:spcPct val="120000"/>
              </a:lnSpc>
              <a:buFont typeface="Wingdings" pitchFamily="2" charset="2"/>
              <a:buChar char="Ø"/>
            </a:pPr>
            <a:r>
              <a:rPr lang="en-US" sz="2000" b="1" i="0">
                <a:effectLst/>
                <a:latin typeface="Times New Roman" panose="02020603050405020304" pitchFamily="18" charset="0"/>
                <a:cs typeface="Times New Roman" panose="02020603050405020304" pitchFamily="18" charset="0"/>
              </a:rPr>
              <a:t>MongoDB</a:t>
            </a:r>
            <a:r>
              <a:rPr lang="en-US" sz="2000" b="0" i="0">
                <a:effectLst/>
                <a:latin typeface="Times New Roman" panose="02020603050405020304" pitchFamily="18" charset="0"/>
                <a:cs typeface="Times New Roman" panose="02020603050405020304" pitchFamily="18" charset="0"/>
              </a:rPr>
              <a:t>: MongoDB is a highly popular and flexible NoSQL database system that offers scalability, high performance, and a document-oriented data model, making it ideal for managing and storing large volumes of unstructured data in a schema-less fashion.</a:t>
            </a:r>
          </a:p>
          <a:p>
            <a:pPr algn="just">
              <a:lnSpc>
                <a:spcPct val="120000"/>
              </a:lnSpc>
              <a:buFont typeface="Wingdings" pitchFamily="2" charset="2"/>
              <a:buChar char="Ø"/>
            </a:pPr>
            <a:r>
              <a:rPr lang="en-US" sz="2000" b="1" i="0">
                <a:effectLst/>
                <a:latin typeface="Times New Roman" panose="02020603050405020304" pitchFamily="18" charset="0"/>
                <a:cs typeface="Times New Roman" panose="02020603050405020304" pitchFamily="18" charset="0"/>
              </a:rPr>
              <a:t>Cloudinary</a:t>
            </a:r>
            <a:r>
              <a:rPr lang="en-US" sz="2000" b="0" i="0">
                <a:effectLst/>
                <a:latin typeface="Times New Roman" panose="02020603050405020304" pitchFamily="18" charset="0"/>
                <a:cs typeface="Times New Roman" panose="02020603050405020304" pitchFamily="18" charset="0"/>
              </a:rPr>
              <a:t>: Cloudinary is a powerful cloud-based media management platform that simplifies the process of storing, optimizing, and delivering images and videos for websites and applications. It offers a comprehensive set of features, including seamless integration, intelligent image transformation, and reliable content delivery, making it an essential tool for managing media assets in the cloud.</a:t>
            </a:r>
          </a:p>
        </p:txBody>
      </p:sp>
      <p:sp>
        <p:nvSpPr>
          <p:cNvPr id="5" name="Date Placeholder 4">
            <a:extLst>
              <a:ext uri="{FF2B5EF4-FFF2-40B4-BE49-F238E27FC236}">
                <a16:creationId xmlns:a16="http://schemas.microsoft.com/office/drawing/2014/main" id="{78ED1BB5-76F5-4CA3-B1FE-B05B9614B44F}"/>
              </a:ext>
            </a:extLst>
          </p:cNvPr>
          <p:cNvSpPr>
            <a:spLocks noGrp="1"/>
          </p:cNvSpPr>
          <p:nvPr>
            <p:ph type="dt" sz="half" idx="10"/>
          </p:nvPr>
        </p:nvSpPr>
        <p:spPr/>
        <p:txBody>
          <a:bodyPr/>
          <a:lstStyle/>
          <a:p>
            <a:r>
              <a:rPr lang="en-US"/>
              <a:t>VIII Semester, Department of ISE, RNSIT</a:t>
            </a:r>
            <a:endParaRPr lang="en-US" dirty="0"/>
          </a:p>
        </p:txBody>
      </p:sp>
      <p:sp>
        <p:nvSpPr>
          <p:cNvPr id="4" name="Footer Placeholder 3">
            <a:extLst>
              <a:ext uri="{FF2B5EF4-FFF2-40B4-BE49-F238E27FC236}">
                <a16:creationId xmlns:a16="http://schemas.microsoft.com/office/drawing/2014/main" id="{B33CD455-262C-407F-89E6-1DBDF19B952E}"/>
              </a:ext>
            </a:extLst>
          </p:cNvPr>
          <p:cNvSpPr>
            <a:spLocks noGrp="1"/>
          </p:cNvSpPr>
          <p:nvPr>
            <p:ph type="ftr" sz="quarter" idx="11"/>
          </p:nvPr>
        </p:nvSpPr>
        <p:spPr/>
        <p:txBody>
          <a:bodyPr/>
          <a:lstStyle/>
          <a:p>
            <a:r>
              <a:rPr lang="en-US"/>
              <a:t>2022 - 2023</a:t>
            </a:r>
            <a:endParaRPr lang="en-US" dirty="0"/>
          </a:p>
        </p:txBody>
      </p:sp>
      <p:sp>
        <p:nvSpPr>
          <p:cNvPr id="7" name="Slide Number Placeholder 6">
            <a:extLst>
              <a:ext uri="{FF2B5EF4-FFF2-40B4-BE49-F238E27FC236}">
                <a16:creationId xmlns:a16="http://schemas.microsoft.com/office/drawing/2014/main" id="{A398D7C1-FF9A-4118-8448-A4F79609E2B4}"/>
              </a:ext>
            </a:extLst>
          </p:cNvPr>
          <p:cNvSpPr>
            <a:spLocks noGrp="1"/>
          </p:cNvSpPr>
          <p:nvPr>
            <p:ph type="sldNum" sz="quarter" idx="12"/>
          </p:nvPr>
        </p:nvSpPr>
        <p:spPr/>
        <p:txBody>
          <a:bodyPr/>
          <a:lstStyle/>
          <a:p>
            <a:fld id="{5B4F5413-E548-45A8-B9DD-11B71454D5CA}" type="slidenum">
              <a:rPr lang="en-US" smtClean="0"/>
              <a:pPr/>
              <a:t>9</a:t>
            </a:fld>
            <a:endParaRPr lang="en-US" dirty="0"/>
          </a:p>
        </p:txBody>
      </p:sp>
    </p:spTree>
    <p:extLst>
      <p:ext uri="{BB962C8B-B14F-4D97-AF65-F5344CB8AC3E}">
        <p14:creationId xmlns:p14="http://schemas.microsoft.com/office/powerpoint/2010/main" val="14708326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116632"/>
            <a:ext cx="7467600" cy="1080120"/>
          </a:xfrm>
        </p:spPr>
        <p:txBody>
          <a:bodyPr>
            <a:normAutofit/>
          </a:bodyPr>
          <a:lstStyle/>
          <a:p>
            <a:pPr algn="ctr"/>
            <a:r>
              <a:rPr lang="en-US" sz="3200" b="1">
                <a:solidFill>
                  <a:schemeClr val="accent1">
                    <a:lumMod val="75000"/>
                  </a:schemeClr>
                </a:solidFill>
                <a:latin typeface="Times New Roman" pitchFamily="18" charset="0"/>
                <a:cs typeface="Times New Roman" pitchFamily="18" charset="0"/>
              </a:rPr>
              <a:t>TOOLS</a:t>
            </a:r>
            <a:endParaRPr lang="en-US" sz="3200" b="1" u="sng" dirty="0">
              <a:solidFill>
                <a:schemeClr val="accent1">
                  <a:lumMod val="75000"/>
                </a:schemeClr>
              </a:solidFill>
              <a:latin typeface="Times New Roman" pitchFamily="18" charset="0"/>
              <a:cs typeface="Times New Roman" pitchFamily="18" charset="0"/>
            </a:endParaRPr>
          </a:p>
        </p:txBody>
      </p:sp>
      <p:sp>
        <p:nvSpPr>
          <p:cNvPr id="3" name="Content Placeholder 2"/>
          <p:cNvSpPr>
            <a:spLocks noGrp="1"/>
          </p:cNvSpPr>
          <p:nvPr>
            <p:ph idx="1"/>
          </p:nvPr>
        </p:nvSpPr>
        <p:spPr>
          <a:xfrm>
            <a:off x="623392" y="764704"/>
            <a:ext cx="10945216" cy="5472608"/>
          </a:xfrm>
        </p:spPr>
        <p:txBody>
          <a:bodyPr>
            <a:noAutofit/>
          </a:bodyPr>
          <a:lstStyle/>
          <a:p>
            <a:pPr marL="0" indent="0" algn="just">
              <a:lnSpc>
                <a:spcPct val="120000"/>
              </a:lnSpc>
              <a:buNone/>
            </a:pPr>
            <a:r>
              <a:rPr lang="en-US" sz="1600" b="1" i="0">
                <a:effectLst/>
                <a:latin typeface="Times New Roman" panose="02020603050405020304" pitchFamily="18" charset="0"/>
                <a:cs typeface="Times New Roman" panose="02020603050405020304" pitchFamily="18" charset="0"/>
              </a:rPr>
              <a:t>Middleware/Library Used:</a:t>
            </a:r>
          </a:p>
          <a:p>
            <a:pPr algn="just">
              <a:lnSpc>
                <a:spcPct val="120000"/>
              </a:lnSpc>
            </a:pPr>
            <a:r>
              <a:rPr lang="en-US" sz="1600" b="1" i="0">
                <a:effectLst/>
                <a:latin typeface="Times New Roman" panose="02020603050405020304" pitchFamily="18" charset="0"/>
                <a:cs typeface="Times New Roman" panose="02020603050405020304" pitchFamily="18" charset="0"/>
              </a:rPr>
              <a:t>Express</a:t>
            </a:r>
            <a:r>
              <a:rPr lang="en-US" sz="1600" b="0" i="0">
                <a:effectLst/>
                <a:latin typeface="Times New Roman" panose="02020603050405020304" pitchFamily="18" charset="0"/>
                <a:cs typeface="Times New Roman" panose="02020603050405020304" pitchFamily="18" charset="0"/>
              </a:rPr>
              <a:t>: Express.js is a fast and minimalist web application framework for Node.js, widely used for building robust and scalable server-side applications and APIs.</a:t>
            </a:r>
          </a:p>
          <a:p>
            <a:pPr algn="just">
              <a:lnSpc>
                <a:spcPct val="120000"/>
              </a:lnSpc>
            </a:pPr>
            <a:r>
              <a:rPr lang="en-US" sz="1600" b="1" i="0">
                <a:effectLst/>
                <a:latin typeface="Times New Roman" panose="02020603050405020304" pitchFamily="18" charset="0"/>
                <a:cs typeface="Times New Roman" panose="02020603050405020304" pitchFamily="18" charset="0"/>
              </a:rPr>
              <a:t>Mongoose</a:t>
            </a:r>
            <a:r>
              <a:rPr lang="en-US" sz="1600" b="0" i="0">
                <a:effectLst/>
                <a:latin typeface="Times New Roman" panose="02020603050405020304" pitchFamily="18" charset="0"/>
                <a:cs typeface="Times New Roman" panose="02020603050405020304" pitchFamily="18" charset="0"/>
              </a:rPr>
              <a:t>: Mongoose is a powerful Object Data Modeling (ODM) library for Node.js, simplifying the usage of MongoDB by providing a schema-based solution for managing relationships, validations, and querying operations.</a:t>
            </a:r>
          </a:p>
          <a:p>
            <a:pPr algn="just">
              <a:lnSpc>
                <a:spcPct val="120000"/>
              </a:lnSpc>
            </a:pPr>
            <a:r>
              <a:rPr lang="en-US" sz="1600" b="1">
                <a:latin typeface="Times New Roman" panose="02020603050405020304" pitchFamily="18" charset="0"/>
                <a:cs typeface="Times New Roman" panose="02020603050405020304" pitchFamily="18" charset="0"/>
              </a:rPr>
              <a:t>EjsMate</a:t>
            </a:r>
            <a:r>
              <a:rPr lang="en-US" sz="1600">
                <a:latin typeface="Times New Roman" panose="02020603050405020304" pitchFamily="18" charset="0"/>
                <a:cs typeface="Times New Roman" panose="02020603050405020304" pitchFamily="18" charset="0"/>
              </a:rPr>
              <a:t>: </a:t>
            </a:r>
            <a:r>
              <a:rPr lang="en-US" sz="1600" b="0" i="0">
                <a:effectLst/>
                <a:latin typeface="Times New Roman" panose="02020603050405020304" pitchFamily="18" charset="0"/>
                <a:cs typeface="Times New Roman" panose="02020603050405020304" pitchFamily="18" charset="0"/>
              </a:rPr>
              <a:t>EJSMate is a powerful templating engine for Node.js that simplifies the process of rendering dynamic web pages with EJS (Embedded JavaScript) syntax.</a:t>
            </a:r>
          </a:p>
          <a:p>
            <a:pPr algn="just">
              <a:lnSpc>
                <a:spcPct val="120000"/>
              </a:lnSpc>
            </a:pPr>
            <a:r>
              <a:rPr lang="en-US" sz="1600" b="1" i="0">
                <a:effectLst/>
                <a:latin typeface="Times New Roman" panose="02020603050405020304" pitchFamily="18" charset="0"/>
                <a:cs typeface="Times New Roman" panose="02020603050405020304" pitchFamily="18" charset="0"/>
              </a:rPr>
              <a:t>Session</a:t>
            </a:r>
            <a:r>
              <a:rPr lang="en-US" sz="1600" b="0" i="0">
                <a:effectLst/>
                <a:latin typeface="Times New Roman" panose="02020603050405020304" pitchFamily="18" charset="0"/>
                <a:cs typeface="Times New Roman" panose="02020603050405020304" pitchFamily="18" charset="0"/>
              </a:rPr>
              <a:t>: Sessions are a crucial component of web development that enables the storage and retrieval of user-specific information, allowing for personalized and secure interactions between users and websites.</a:t>
            </a:r>
          </a:p>
          <a:p>
            <a:pPr algn="just">
              <a:lnSpc>
                <a:spcPct val="120000"/>
              </a:lnSpc>
            </a:pPr>
            <a:r>
              <a:rPr lang="en-US" sz="1600" b="1">
                <a:latin typeface="Times New Roman" panose="02020603050405020304" pitchFamily="18" charset="0"/>
                <a:cs typeface="Times New Roman" panose="02020603050405020304" pitchFamily="18" charset="0"/>
              </a:rPr>
              <a:t>Passport</a:t>
            </a:r>
            <a:r>
              <a:rPr lang="en-US" sz="1600">
                <a:latin typeface="Times New Roman" panose="02020603050405020304" pitchFamily="18" charset="0"/>
                <a:cs typeface="Times New Roman" panose="02020603050405020304" pitchFamily="18" charset="0"/>
              </a:rPr>
              <a:t>: </a:t>
            </a:r>
            <a:r>
              <a:rPr lang="en-US" sz="1600" b="0" i="0">
                <a:effectLst/>
                <a:latin typeface="Times New Roman" panose="02020603050405020304" pitchFamily="18" charset="0"/>
                <a:cs typeface="Times New Roman" panose="02020603050405020304" pitchFamily="18" charset="0"/>
              </a:rPr>
              <a:t>Passport is a popular authentication middleware for Node.js that simplifies user authentication and provides a flexible and secure way to handle login and access control in web applications.</a:t>
            </a:r>
            <a:endParaRPr lang="en-US" sz="1600">
              <a:latin typeface="Times New Roman" panose="02020603050405020304" pitchFamily="18" charset="0"/>
              <a:cs typeface="Times New Roman" panose="02020603050405020304" pitchFamily="18" charset="0"/>
            </a:endParaRPr>
          </a:p>
          <a:p>
            <a:pPr algn="just">
              <a:lnSpc>
                <a:spcPct val="120000"/>
              </a:lnSpc>
            </a:pPr>
            <a:r>
              <a:rPr lang="en-US" sz="1600" b="1" i="0">
                <a:effectLst/>
                <a:latin typeface="Times New Roman" panose="02020603050405020304" pitchFamily="18" charset="0"/>
                <a:cs typeface="Times New Roman" panose="02020603050405020304" pitchFamily="18" charset="0"/>
              </a:rPr>
              <a:t>Helmet</a:t>
            </a:r>
            <a:r>
              <a:rPr lang="en-US" sz="1600" b="0" i="0">
                <a:effectLst/>
                <a:latin typeface="Times New Roman" panose="02020603050405020304" pitchFamily="18" charset="0"/>
                <a:cs typeface="Times New Roman" panose="02020603050405020304" pitchFamily="18" charset="0"/>
              </a:rPr>
              <a:t>: The usage of Helmet in Node.js enhances web application security by providing essential HTTP headers and protection against common security vulnerabilities.</a:t>
            </a:r>
            <a:endParaRPr lang="en-US" sz="1600">
              <a:latin typeface="Times New Roman" panose="02020603050405020304" pitchFamily="18" charset="0"/>
              <a:cs typeface="Times New Roman" panose="02020603050405020304" pitchFamily="18" charset="0"/>
            </a:endParaRPr>
          </a:p>
          <a:p>
            <a:pPr algn="just">
              <a:lnSpc>
                <a:spcPct val="120000"/>
              </a:lnSpc>
            </a:pPr>
            <a:r>
              <a:rPr lang="en-US" sz="1600" b="1" i="0">
                <a:effectLst/>
                <a:latin typeface="Times New Roman" panose="02020603050405020304" pitchFamily="18" charset="0"/>
                <a:cs typeface="Times New Roman" panose="02020603050405020304" pitchFamily="18" charset="0"/>
              </a:rPr>
              <a:t>Fl</a:t>
            </a:r>
            <a:r>
              <a:rPr lang="en-US" sz="1600" b="1">
                <a:latin typeface="Times New Roman" panose="02020603050405020304" pitchFamily="18" charset="0"/>
                <a:cs typeface="Times New Roman" panose="02020603050405020304" pitchFamily="18" charset="0"/>
              </a:rPr>
              <a:t>ash</a:t>
            </a:r>
            <a:r>
              <a:rPr lang="en-US" sz="1600">
                <a:latin typeface="Times New Roman" panose="02020603050405020304" pitchFamily="18" charset="0"/>
                <a:cs typeface="Times New Roman" panose="02020603050405020304" pitchFamily="18" charset="0"/>
              </a:rPr>
              <a:t>: Flash is a module in Node.js that enables the creation and management of temporary messages or notifications to enhance user experience in web applications.</a:t>
            </a:r>
          </a:p>
        </p:txBody>
      </p:sp>
      <p:sp>
        <p:nvSpPr>
          <p:cNvPr id="5" name="Date Placeholder 4">
            <a:extLst>
              <a:ext uri="{FF2B5EF4-FFF2-40B4-BE49-F238E27FC236}">
                <a16:creationId xmlns:a16="http://schemas.microsoft.com/office/drawing/2014/main" id="{78ED1BB5-76F5-4CA3-B1FE-B05B9614B44F}"/>
              </a:ext>
            </a:extLst>
          </p:cNvPr>
          <p:cNvSpPr>
            <a:spLocks noGrp="1"/>
          </p:cNvSpPr>
          <p:nvPr>
            <p:ph type="dt" sz="half" idx="10"/>
          </p:nvPr>
        </p:nvSpPr>
        <p:spPr/>
        <p:txBody>
          <a:bodyPr/>
          <a:lstStyle/>
          <a:p>
            <a:r>
              <a:rPr lang="en-US"/>
              <a:t>VIII Semester, Department of ISE, RNSIT</a:t>
            </a:r>
            <a:endParaRPr lang="en-US" dirty="0"/>
          </a:p>
        </p:txBody>
      </p:sp>
      <p:sp>
        <p:nvSpPr>
          <p:cNvPr id="4" name="Footer Placeholder 3">
            <a:extLst>
              <a:ext uri="{FF2B5EF4-FFF2-40B4-BE49-F238E27FC236}">
                <a16:creationId xmlns:a16="http://schemas.microsoft.com/office/drawing/2014/main" id="{B33CD455-262C-407F-89E6-1DBDF19B952E}"/>
              </a:ext>
            </a:extLst>
          </p:cNvPr>
          <p:cNvSpPr>
            <a:spLocks noGrp="1"/>
          </p:cNvSpPr>
          <p:nvPr>
            <p:ph type="ftr" sz="quarter" idx="11"/>
          </p:nvPr>
        </p:nvSpPr>
        <p:spPr/>
        <p:txBody>
          <a:bodyPr/>
          <a:lstStyle/>
          <a:p>
            <a:r>
              <a:rPr lang="en-US"/>
              <a:t>2022 - 2023</a:t>
            </a:r>
            <a:endParaRPr lang="en-US" dirty="0"/>
          </a:p>
        </p:txBody>
      </p:sp>
      <p:sp>
        <p:nvSpPr>
          <p:cNvPr id="7" name="Slide Number Placeholder 6">
            <a:extLst>
              <a:ext uri="{FF2B5EF4-FFF2-40B4-BE49-F238E27FC236}">
                <a16:creationId xmlns:a16="http://schemas.microsoft.com/office/drawing/2014/main" id="{A398D7C1-FF9A-4118-8448-A4F79609E2B4}"/>
              </a:ext>
            </a:extLst>
          </p:cNvPr>
          <p:cNvSpPr>
            <a:spLocks noGrp="1"/>
          </p:cNvSpPr>
          <p:nvPr>
            <p:ph type="sldNum" sz="quarter" idx="12"/>
          </p:nvPr>
        </p:nvSpPr>
        <p:spPr/>
        <p:txBody>
          <a:bodyPr/>
          <a:lstStyle/>
          <a:p>
            <a:fld id="{5B4F5413-E548-45A8-B9DD-11B71454D5CA}" type="slidenum">
              <a:rPr lang="en-US" smtClean="0"/>
              <a:pPr/>
              <a:t>10</a:t>
            </a:fld>
            <a:endParaRPr lang="en-US" dirty="0"/>
          </a:p>
        </p:txBody>
      </p:sp>
    </p:spTree>
    <p:extLst>
      <p:ext uri="{BB962C8B-B14F-4D97-AF65-F5344CB8AC3E}">
        <p14:creationId xmlns:p14="http://schemas.microsoft.com/office/powerpoint/2010/main" val="2311396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6525"/>
            <a:ext cx="10515600" cy="694162"/>
          </a:xfrm>
        </p:spPr>
        <p:txBody>
          <a:bodyPr>
            <a:noAutofit/>
          </a:bodyPr>
          <a:lstStyle/>
          <a:p>
            <a:pPr algn="ctr"/>
            <a:r>
              <a:rPr lang="en-US" sz="3200" b="1" dirty="0">
                <a:solidFill>
                  <a:schemeClr val="accent1">
                    <a:lumMod val="75000"/>
                  </a:schemeClr>
                </a:solidFill>
                <a:latin typeface="Times New Roman" pitchFamily="18" charset="0"/>
                <a:cs typeface="Times New Roman" pitchFamily="18" charset="0"/>
              </a:rPr>
              <a:t>System Design</a:t>
            </a:r>
            <a:br>
              <a:rPr lang="en-US" sz="3200" b="1" u="sng" dirty="0">
                <a:solidFill>
                  <a:schemeClr val="tx1">
                    <a:lumMod val="75000"/>
                    <a:lumOff val="25000"/>
                  </a:schemeClr>
                </a:solidFill>
                <a:latin typeface="Times New Roman" pitchFamily="18" charset="0"/>
                <a:cs typeface="Times New Roman" pitchFamily="18" charset="0"/>
              </a:rPr>
            </a:br>
            <a:endParaRPr lang="en-US" sz="3200" b="1" u="sng" dirty="0">
              <a:solidFill>
                <a:schemeClr val="tx1">
                  <a:lumMod val="75000"/>
                  <a:lumOff val="25000"/>
                </a:schemeClr>
              </a:solidFill>
              <a:latin typeface="Times New Roman" pitchFamily="18" charset="0"/>
              <a:cs typeface="Times New Roman" pitchFamily="18" charset="0"/>
            </a:endParaRPr>
          </a:p>
        </p:txBody>
      </p:sp>
      <p:sp>
        <p:nvSpPr>
          <p:cNvPr id="6" name="Date Placeholder 5">
            <a:extLst>
              <a:ext uri="{FF2B5EF4-FFF2-40B4-BE49-F238E27FC236}">
                <a16:creationId xmlns:a16="http://schemas.microsoft.com/office/drawing/2014/main" id="{24252FCF-B27B-4BF9-9A7D-79F85AD5ADBF}"/>
              </a:ext>
            </a:extLst>
          </p:cNvPr>
          <p:cNvSpPr>
            <a:spLocks noGrp="1"/>
          </p:cNvSpPr>
          <p:nvPr>
            <p:ph type="dt" sz="half" idx="10"/>
          </p:nvPr>
        </p:nvSpPr>
        <p:spPr/>
        <p:txBody>
          <a:bodyPr/>
          <a:lstStyle/>
          <a:p>
            <a:r>
              <a:rPr lang="en-US"/>
              <a:t>VIII Semester, Department of ISE, RNSIT</a:t>
            </a:r>
            <a:endParaRPr lang="en-US" dirty="0"/>
          </a:p>
        </p:txBody>
      </p:sp>
      <p:sp>
        <p:nvSpPr>
          <p:cNvPr id="5" name="Footer Placeholder 4">
            <a:extLst>
              <a:ext uri="{FF2B5EF4-FFF2-40B4-BE49-F238E27FC236}">
                <a16:creationId xmlns:a16="http://schemas.microsoft.com/office/drawing/2014/main" id="{A7B1F4F0-081C-449C-9C3A-E0B44A6D0E5F}"/>
              </a:ext>
            </a:extLst>
          </p:cNvPr>
          <p:cNvSpPr>
            <a:spLocks noGrp="1"/>
          </p:cNvSpPr>
          <p:nvPr>
            <p:ph type="ftr" sz="quarter" idx="11"/>
          </p:nvPr>
        </p:nvSpPr>
        <p:spPr/>
        <p:txBody>
          <a:bodyPr/>
          <a:lstStyle/>
          <a:p>
            <a:r>
              <a:rPr lang="en-US"/>
              <a:t>2022 - 2023</a:t>
            </a:r>
            <a:endParaRPr lang="en-US" dirty="0"/>
          </a:p>
        </p:txBody>
      </p:sp>
      <p:sp>
        <p:nvSpPr>
          <p:cNvPr id="9" name="Content Placeholder 2">
            <a:extLst>
              <a:ext uri="{FF2B5EF4-FFF2-40B4-BE49-F238E27FC236}">
                <a16:creationId xmlns:a16="http://schemas.microsoft.com/office/drawing/2014/main" id="{B5F54E7E-0CB3-497B-98EB-74178BF12B55}"/>
              </a:ext>
            </a:extLst>
          </p:cNvPr>
          <p:cNvSpPr txBox="1">
            <a:spLocks/>
          </p:cNvSpPr>
          <p:nvPr/>
        </p:nvSpPr>
        <p:spPr>
          <a:xfrm>
            <a:off x="515380" y="992124"/>
            <a:ext cx="11161240" cy="5173180"/>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355600" indent="-355600">
              <a:lnSpc>
                <a:spcPct val="150000"/>
              </a:lnSpc>
              <a:buFont typeface="Wingdings" panose="05000000000000000000" pitchFamily="2" charset="2"/>
              <a:buChar char="v"/>
            </a:pPr>
            <a:r>
              <a:rPr lang="en-IN" b="1">
                <a:latin typeface="Times New Roman" pitchFamily="18" charset="0"/>
                <a:cs typeface="Times New Roman" pitchFamily="18" charset="0"/>
              </a:rPr>
              <a:t>This project is based on MVC architecture.</a:t>
            </a:r>
          </a:p>
          <a:p>
            <a:pPr marL="355600" indent="-355600">
              <a:lnSpc>
                <a:spcPct val="150000"/>
              </a:lnSpc>
              <a:buFont typeface="Wingdings" panose="05000000000000000000" pitchFamily="2" charset="2"/>
              <a:buChar char="v"/>
            </a:pPr>
            <a:r>
              <a:rPr lang="en-IN" b="1">
                <a:latin typeface="Times New Roman" pitchFamily="18" charset="0"/>
                <a:cs typeface="Times New Roman" pitchFamily="18" charset="0"/>
              </a:rPr>
              <a:t>Model controls the database related logic.</a:t>
            </a:r>
          </a:p>
          <a:p>
            <a:pPr marL="355600" indent="-355600">
              <a:lnSpc>
                <a:spcPct val="150000"/>
              </a:lnSpc>
              <a:buFont typeface="Wingdings" panose="05000000000000000000" pitchFamily="2" charset="2"/>
              <a:buChar char="v"/>
            </a:pPr>
            <a:r>
              <a:rPr lang="en-IN" b="1">
                <a:latin typeface="Times New Roman" pitchFamily="18" charset="0"/>
                <a:cs typeface="Times New Roman" pitchFamily="18" charset="0"/>
              </a:rPr>
              <a:t>View controls the UI related logic.</a:t>
            </a:r>
          </a:p>
          <a:p>
            <a:pPr marL="355600" indent="-355600">
              <a:lnSpc>
                <a:spcPct val="150000"/>
              </a:lnSpc>
              <a:buFont typeface="Wingdings" panose="05000000000000000000" pitchFamily="2" charset="2"/>
              <a:buChar char="v"/>
            </a:pPr>
            <a:r>
              <a:rPr lang="en-IN" b="1">
                <a:latin typeface="Times New Roman" pitchFamily="18" charset="0"/>
                <a:cs typeface="Times New Roman" pitchFamily="18" charset="0"/>
              </a:rPr>
              <a:t>Controller controls the routing and business logic.</a:t>
            </a:r>
          </a:p>
          <a:p>
            <a:pPr marL="0" indent="0">
              <a:lnSpc>
                <a:spcPct val="150000"/>
              </a:lnSpc>
              <a:buNone/>
            </a:pPr>
            <a:endParaRPr lang="en-US" b="1" dirty="0">
              <a:latin typeface="Times New Roman" pitchFamily="18" charset="0"/>
              <a:cs typeface="Times New Roman" pitchFamily="18" charset="0"/>
            </a:endParaRPr>
          </a:p>
        </p:txBody>
      </p:sp>
      <p:sp>
        <p:nvSpPr>
          <p:cNvPr id="3" name="Slide Number Placeholder 2">
            <a:extLst>
              <a:ext uri="{FF2B5EF4-FFF2-40B4-BE49-F238E27FC236}">
                <a16:creationId xmlns:a16="http://schemas.microsoft.com/office/drawing/2014/main" id="{CF9E3B61-6F68-4FD8-94BB-A850856433F6}"/>
              </a:ext>
            </a:extLst>
          </p:cNvPr>
          <p:cNvSpPr>
            <a:spLocks noGrp="1"/>
          </p:cNvSpPr>
          <p:nvPr>
            <p:ph type="sldNum" sz="quarter" idx="12"/>
          </p:nvPr>
        </p:nvSpPr>
        <p:spPr/>
        <p:txBody>
          <a:bodyPr/>
          <a:lstStyle/>
          <a:p>
            <a:fld id="{5B4F5413-E548-45A8-B9DD-11B71454D5CA}" type="slidenum">
              <a:rPr lang="en-US" smtClean="0"/>
              <a:pPr/>
              <a:t>11</a:t>
            </a:fld>
            <a:endParaRPr lang="en-US" dirty="0"/>
          </a:p>
        </p:txBody>
      </p:sp>
      <p:pic>
        <p:nvPicPr>
          <p:cNvPr id="7" name="Picture 6">
            <a:extLst>
              <a:ext uri="{FF2B5EF4-FFF2-40B4-BE49-F238E27FC236}">
                <a16:creationId xmlns:a16="http://schemas.microsoft.com/office/drawing/2014/main" id="{A8F5E9A6-14FF-81E4-3B7B-AB1003DFE5E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38200" y="3356992"/>
            <a:ext cx="10442376" cy="2999357"/>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6525"/>
            <a:ext cx="10515600" cy="694162"/>
          </a:xfrm>
        </p:spPr>
        <p:txBody>
          <a:bodyPr>
            <a:noAutofit/>
          </a:bodyPr>
          <a:lstStyle/>
          <a:p>
            <a:pPr algn="ctr"/>
            <a:r>
              <a:rPr lang="en-US" sz="3200">
                <a:solidFill>
                  <a:schemeClr val="accent1">
                    <a:lumMod val="75000"/>
                  </a:schemeClr>
                </a:solidFill>
                <a:latin typeface="Times New Roman" pitchFamily="18" charset="0"/>
                <a:cs typeface="Times New Roman" pitchFamily="18" charset="0"/>
              </a:rPr>
              <a:t>Baic s</a:t>
            </a:r>
            <a:r>
              <a:rPr lang="en-US" sz="3200" b="1">
                <a:solidFill>
                  <a:schemeClr val="accent1">
                    <a:lumMod val="75000"/>
                  </a:schemeClr>
                </a:solidFill>
                <a:latin typeface="Times New Roman" pitchFamily="18" charset="0"/>
                <a:cs typeface="Times New Roman" pitchFamily="18" charset="0"/>
              </a:rPr>
              <a:t>ystem flow diagram for new user</a:t>
            </a:r>
            <a:br>
              <a:rPr lang="en-US" sz="3200" b="1" u="sng" dirty="0">
                <a:solidFill>
                  <a:schemeClr val="tx1">
                    <a:lumMod val="75000"/>
                    <a:lumOff val="25000"/>
                  </a:schemeClr>
                </a:solidFill>
                <a:latin typeface="Times New Roman" pitchFamily="18" charset="0"/>
                <a:cs typeface="Times New Roman" pitchFamily="18" charset="0"/>
              </a:rPr>
            </a:br>
            <a:endParaRPr lang="en-US" sz="3200" b="1" u="sng" dirty="0">
              <a:solidFill>
                <a:schemeClr val="tx1">
                  <a:lumMod val="75000"/>
                  <a:lumOff val="25000"/>
                </a:schemeClr>
              </a:solidFill>
              <a:latin typeface="Times New Roman" pitchFamily="18" charset="0"/>
              <a:cs typeface="Times New Roman" pitchFamily="18" charset="0"/>
            </a:endParaRPr>
          </a:p>
        </p:txBody>
      </p:sp>
      <p:sp>
        <p:nvSpPr>
          <p:cNvPr id="6" name="Date Placeholder 5">
            <a:extLst>
              <a:ext uri="{FF2B5EF4-FFF2-40B4-BE49-F238E27FC236}">
                <a16:creationId xmlns:a16="http://schemas.microsoft.com/office/drawing/2014/main" id="{24252FCF-B27B-4BF9-9A7D-79F85AD5ADBF}"/>
              </a:ext>
            </a:extLst>
          </p:cNvPr>
          <p:cNvSpPr>
            <a:spLocks noGrp="1"/>
          </p:cNvSpPr>
          <p:nvPr>
            <p:ph type="dt" sz="half" idx="10"/>
          </p:nvPr>
        </p:nvSpPr>
        <p:spPr/>
        <p:txBody>
          <a:bodyPr/>
          <a:lstStyle/>
          <a:p>
            <a:r>
              <a:rPr lang="en-US"/>
              <a:t>VIII Semester, Department of ISE, RNSIT</a:t>
            </a:r>
            <a:endParaRPr lang="en-US" dirty="0"/>
          </a:p>
        </p:txBody>
      </p:sp>
      <p:sp>
        <p:nvSpPr>
          <p:cNvPr id="5" name="Footer Placeholder 4">
            <a:extLst>
              <a:ext uri="{FF2B5EF4-FFF2-40B4-BE49-F238E27FC236}">
                <a16:creationId xmlns:a16="http://schemas.microsoft.com/office/drawing/2014/main" id="{A7B1F4F0-081C-449C-9C3A-E0B44A6D0E5F}"/>
              </a:ext>
            </a:extLst>
          </p:cNvPr>
          <p:cNvSpPr>
            <a:spLocks noGrp="1"/>
          </p:cNvSpPr>
          <p:nvPr>
            <p:ph type="ftr" sz="quarter" idx="11"/>
          </p:nvPr>
        </p:nvSpPr>
        <p:spPr/>
        <p:txBody>
          <a:bodyPr/>
          <a:lstStyle/>
          <a:p>
            <a:r>
              <a:rPr lang="en-US"/>
              <a:t>2022 - 2023</a:t>
            </a:r>
            <a:endParaRPr lang="en-US" dirty="0"/>
          </a:p>
        </p:txBody>
      </p:sp>
      <p:sp>
        <p:nvSpPr>
          <p:cNvPr id="9" name="Content Placeholder 2">
            <a:extLst>
              <a:ext uri="{FF2B5EF4-FFF2-40B4-BE49-F238E27FC236}">
                <a16:creationId xmlns:a16="http://schemas.microsoft.com/office/drawing/2014/main" id="{B5F54E7E-0CB3-497B-98EB-74178BF12B55}"/>
              </a:ext>
            </a:extLst>
          </p:cNvPr>
          <p:cNvSpPr txBox="1">
            <a:spLocks/>
          </p:cNvSpPr>
          <p:nvPr/>
        </p:nvSpPr>
        <p:spPr>
          <a:xfrm>
            <a:off x="274463" y="1006928"/>
            <a:ext cx="11304738" cy="5173180"/>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355600" indent="-355600">
              <a:lnSpc>
                <a:spcPct val="150000"/>
              </a:lnSpc>
              <a:buFont typeface="Wingdings" panose="05000000000000000000" pitchFamily="2" charset="2"/>
              <a:buChar char="v"/>
            </a:pPr>
            <a:endParaRPr lang="en-IN" sz="1800" b="1" dirty="0">
              <a:solidFill>
                <a:schemeClr val="tx1">
                  <a:lumMod val="75000"/>
                  <a:lumOff val="25000"/>
                </a:schemeClr>
              </a:solidFill>
              <a:latin typeface="Times New Roman" pitchFamily="18" charset="0"/>
              <a:cs typeface="Times New Roman" pitchFamily="18" charset="0"/>
            </a:endParaRPr>
          </a:p>
        </p:txBody>
      </p:sp>
      <p:sp>
        <p:nvSpPr>
          <p:cNvPr id="3" name="Slide Number Placeholder 2">
            <a:extLst>
              <a:ext uri="{FF2B5EF4-FFF2-40B4-BE49-F238E27FC236}">
                <a16:creationId xmlns:a16="http://schemas.microsoft.com/office/drawing/2014/main" id="{ADDD09B3-3028-473B-9357-1EA21BF6A6BD}"/>
              </a:ext>
            </a:extLst>
          </p:cNvPr>
          <p:cNvSpPr>
            <a:spLocks noGrp="1"/>
          </p:cNvSpPr>
          <p:nvPr>
            <p:ph type="sldNum" sz="quarter" idx="12"/>
          </p:nvPr>
        </p:nvSpPr>
        <p:spPr/>
        <p:txBody>
          <a:bodyPr/>
          <a:lstStyle/>
          <a:p>
            <a:fld id="{5B4F5413-E548-45A8-B9DD-11B71454D5CA}" type="slidenum">
              <a:rPr lang="en-US" smtClean="0"/>
              <a:pPr/>
              <a:t>12</a:t>
            </a:fld>
            <a:endParaRPr lang="en-US" dirty="0"/>
          </a:p>
        </p:txBody>
      </p:sp>
      <p:sp>
        <p:nvSpPr>
          <p:cNvPr id="4" name="Rectangle 3">
            <a:extLst>
              <a:ext uri="{FF2B5EF4-FFF2-40B4-BE49-F238E27FC236}">
                <a16:creationId xmlns:a16="http://schemas.microsoft.com/office/drawing/2014/main" id="{BA0FAD03-E762-A147-4B4B-6AE8BC22C1CA}"/>
              </a:ext>
            </a:extLst>
          </p:cNvPr>
          <p:cNvSpPr/>
          <p:nvPr/>
        </p:nvSpPr>
        <p:spPr>
          <a:xfrm>
            <a:off x="695400" y="1149722"/>
            <a:ext cx="1296144" cy="98387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a:t>User creates account</a:t>
            </a:r>
          </a:p>
        </p:txBody>
      </p:sp>
      <p:sp>
        <p:nvSpPr>
          <p:cNvPr id="10" name="Rectangle 9">
            <a:extLst>
              <a:ext uri="{FF2B5EF4-FFF2-40B4-BE49-F238E27FC236}">
                <a16:creationId xmlns:a16="http://schemas.microsoft.com/office/drawing/2014/main" id="{5FC291F6-A447-66DD-C214-55E8A3F76F61}"/>
              </a:ext>
            </a:extLst>
          </p:cNvPr>
          <p:cNvSpPr/>
          <p:nvPr/>
        </p:nvSpPr>
        <p:spPr>
          <a:xfrm>
            <a:off x="2855640" y="1149722"/>
            <a:ext cx="914400" cy="98387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a:t>User</a:t>
            </a:r>
          </a:p>
          <a:p>
            <a:pPr algn="ctr"/>
            <a:r>
              <a:rPr lang="en-IN"/>
              <a:t>Logins</a:t>
            </a:r>
          </a:p>
        </p:txBody>
      </p:sp>
      <p:sp>
        <p:nvSpPr>
          <p:cNvPr id="13" name="Rectangle 12">
            <a:extLst>
              <a:ext uri="{FF2B5EF4-FFF2-40B4-BE49-F238E27FC236}">
                <a16:creationId xmlns:a16="http://schemas.microsoft.com/office/drawing/2014/main" id="{2498BD2A-22A0-4D80-F623-9DC5731B28D3}"/>
              </a:ext>
            </a:extLst>
          </p:cNvPr>
          <p:cNvSpPr/>
          <p:nvPr/>
        </p:nvSpPr>
        <p:spPr>
          <a:xfrm>
            <a:off x="4871864" y="1149722"/>
            <a:ext cx="1054968" cy="98387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a:t>Home page</a:t>
            </a:r>
          </a:p>
        </p:txBody>
      </p:sp>
      <p:sp>
        <p:nvSpPr>
          <p:cNvPr id="16" name="Rectangle 15">
            <a:extLst>
              <a:ext uri="{FF2B5EF4-FFF2-40B4-BE49-F238E27FC236}">
                <a16:creationId xmlns:a16="http://schemas.microsoft.com/office/drawing/2014/main" id="{2F5B2090-2FDE-15A6-AB9F-5A460EE7AA2F}"/>
              </a:ext>
            </a:extLst>
          </p:cNvPr>
          <p:cNvSpPr/>
          <p:nvPr/>
        </p:nvSpPr>
        <p:spPr>
          <a:xfrm>
            <a:off x="7176120" y="1196752"/>
            <a:ext cx="1434480" cy="86737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a:t>View all ad</a:t>
            </a:r>
          </a:p>
        </p:txBody>
      </p:sp>
      <p:sp>
        <p:nvSpPr>
          <p:cNvPr id="17" name="Rectangle 16">
            <a:extLst>
              <a:ext uri="{FF2B5EF4-FFF2-40B4-BE49-F238E27FC236}">
                <a16:creationId xmlns:a16="http://schemas.microsoft.com/office/drawing/2014/main" id="{CF3528E4-A0CB-3585-CD81-D0238AA2E715}"/>
              </a:ext>
            </a:extLst>
          </p:cNvPr>
          <p:cNvSpPr/>
          <p:nvPr/>
        </p:nvSpPr>
        <p:spPr>
          <a:xfrm>
            <a:off x="3359696" y="2708920"/>
            <a:ext cx="1656184"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a:t>Post new ad</a:t>
            </a:r>
          </a:p>
        </p:txBody>
      </p:sp>
      <p:cxnSp>
        <p:nvCxnSpPr>
          <p:cNvPr id="19" name="Straight Arrow Connector 18">
            <a:extLst>
              <a:ext uri="{FF2B5EF4-FFF2-40B4-BE49-F238E27FC236}">
                <a16:creationId xmlns:a16="http://schemas.microsoft.com/office/drawing/2014/main" id="{DDA57D67-E764-047D-DD70-069E65C82A37}"/>
              </a:ext>
            </a:extLst>
          </p:cNvPr>
          <p:cNvCxnSpPr>
            <a:cxnSpLocks/>
            <a:stCxn id="13" idx="3"/>
            <a:endCxn id="16" idx="1"/>
          </p:cNvCxnSpPr>
          <p:nvPr/>
        </p:nvCxnSpPr>
        <p:spPr>
          <a:xfrm flipV="1">
            <a:off x="5926832" y="1630437"/>
            <a:ext cx="1249288" cy="112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05A751EA-A261-AF20-A816-188010FB242B}"/>
              </a:ext>
            </a:extLst>
          </p:cNvPr>
          <p:cNvCxnSpPr>
            <a:cxnSpLocks/>
            <a:stCxn id="13" idx="2"/>
            <a:endCxn id="17" idx="0"/>
          </p:cNvCxnSpPr>
          <p:nvPr/>
        </p:nvCxnSpPr>
        <p:spPr>
          <a:xfrm flipH="1">
            <a:off x="4187788" y="2133600"/>
            <a:ext cx="1211560" cy="5753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53247C89-1AA5-4D04-1143-01FBA9B85291}"/>
              </a:ext>
            </a:extLst>
          </p:cNvPr>
          <p:cNvCxnSpPr>
            <a:cxnSpLocks/>
            <a:stCxn id="4" idx="3"/>
            <a:endCxn id="10" idx="1"/>
          </p:cNvCxnSpPr>
          <p:nvPr/>
        </p:nvCxnSpPr>
        <p:spPr>
          <a:xfrm>
            <a:off x="1991544" y="1641661"/>
            <a:ext cx="8640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E9EAB78E-E174-20D5-BC5A-E536B90682E4}"/>
              </a:ext>
            </a:extLst>
          </p:cNvPr>
          <p:cNvCxnSpPr>
            <a:cxnSpLocks/>
            <a:stCxn id="10" idx="3"/>
            <a:endCxn id="13" idx="1"/>
          </p:cNvCxnSpPr>
          <p:nvPr/>
        </p:nvCxnSpPr>
        <p:spPr>
          <a:xfrm>
            <a:off x="3770040" y="1641661"/>
            <a:ext cx="110182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5" name="Rectangle 34">
            <a:extLst>
              <a:ext uri="{FF2B5EF4-FFF2-40B4-BE49-F238E27FC236}">
                <a16:creationId xmlns:a16="http://schemas.microsoft.com/office/drawing/2014/main" id="{801DBAE8-2D8D-6A39-CFB8-039C3471253F}"/>
              </a:ext>
            </a:extLst>
          </p:cNvPr>
          <p:cNvSpPr/>
          <p:nvPr/>
        </p:nvSpPr>
        <p:spPr>
          <a:xfrm>
            <a:off x="7536160" y="2924944"/>
            <a:ext cx="1872208"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a:t>Open a particular ad</a:t>
            </a:r>
          </a:p>
        </p:txBody>
      </p:sp>
      <p:cxnSp>
        <p:nvCxnSpPr>
          <p:cNvPr id="37" name="Straight Arrow Connector 36">
            <a:extLst>
              <a:ext uri="{FF2B5EF4-FFF2-40B4-BE49-F238E27FC236}">
                <a16:creationId xmlns:a16="http://schemas.microsoft.com/office/drawing/2014/main" id="{AFA096E7-7705-2E48-E13C-6C07123F847C}"/>
              </a:ext>
            </a:extLst>
          </p:cNvPr>
          <p:cNvCxnSpPr>
            <a:stCxn id="16" idx="2"/>
            <a:endCxn id="35" idx="0"/>
          </p:cNvCxnSpPr>
          <p:nvPr/>
        </p:nvCxnSpPr>
        <p:spPr>
          <a:xfrm>
            <a:off x="7893360" y="2064122"/>
            <a:ext cx="578904" cy="86082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8" name="Rectangle 37">
            <a:extLst>
              <a:ext uri="{FF2B5EF4-FFF2-40B4-BE49-F238E27FC236}">
                <a16:creationId xmlns:a16="http://schemas.microsoft.com/office/drawing/2014/main" id="{F45B659A-320C-B486-7486-21CBB8F16008}"/>
              </a:ext>
            </a:extLst>
          </p:cNvPr>
          <p:cNvSpPr/>
          <p:nvPr/>
        </p:nvSpPr>
        <p:spPr>
          <a:xfrm>
            <a:off x="5231904" y="4653136"/>
            <a:ext cx="1944216" cy="105514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a:t>Edit/Delete the ad</a:t>
            </a:r>
          </a:p>
        </p:txBody>
      </p:sp>
      <p:sp>
        <p:nvSpPr>
          <p:cNvPr id="39" name="Rectangle 38">
            <a:extLst>
              <a:ext uri="{FF2B5EF4-FFF2-40B4-BE49-F238E27FC236}">
                <a16:creationId xmlns:a16="http://schemas.microsoft.com/office/drawing/2014/main" id="{84029A09-FBE1-E121-4D87-64E75EF97DEB}"/>
              </a:ext>
            </a:extLst>
          </p:cNvPr>
          <p:cNvSpPr/>
          <p:nvPr/>
        </p:nvSpPr>
        <p:spPr>
          <a:xfrm>
            <a:off x="8472264" y="4653136"/>
            <a:ext cx="1944216" cy="105514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a:t>Make contact with seller</a:t>
            </a:r>
          </a:p>
        </p:txBody>
      </p:sp>
      <p:cxnSp>
        <p:nvCxnSpPr>
          <p:cNvPr id="41" name="Straight Arrow Connector 40">
            <a:extLst>
              <a:ext uri="{FF2B5EF4-FFF2-40B4-BE49-F238E27FC236}">
                <a16:creationId xmlns:a16="http://schemas.microsoft.com/office/drawing/2014/main" id="{93C905EB-BDBC-163C-78E3-008D8A33AFA2}"/>
              </a:ext>
            </a:extLst>
          </p:cNvPr>
          <p:cNvCxnSpPr>
            <a:stCxn id="35" idx="1"/>
            <a:endCxn id="38" idx="0"/>
          </p:cNvCxnSpPr>
          <p:nvPr/>
        </p:nvCxnSpPr>
        <p:spPr>
          <a:xfrm flipH="1">
            <a:off x="6204012" y="3382144"/>
            <a:ext cx="1332148" cy="127099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58B4CD8E-B36D-DB0D-B33B-6E2F4D62C6ED}"/>
              </a:ext>
            </a:extLst>
          </p:cNvPr>
          <p:cNvCxnSpPr>
            <a:stCxn id="35" idx="2"/>
            <a:endCxn id="39" idx="0"/>
          </p:cNvCxnSpPr>
          <p:nvPr/>
        </p:nvCxnSpPr>
        <p:spPr>
          <a:xfrm>
            <a:off x="8472264" y="3839344"/>
            <a:ext cx="972108" cy="81379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4" name="TextBox 43">
            <a:extLst>
              <a:ext uri="{FF2B5EF4-FFF2-40B4-BE49-F238E27FC236}">
                <a16:creationId xmlns:a16="http://schemas.microsoft.com/office/drawing/2014/main" id="{AC6E12C8-B1B2-721F-9FA0-7854C03E602D}"/>
              </a:ext>
            </a:extLst>
          </p:cNvPr>
          <p:cNvSpPr txBox="1"/>
          <p:nvPr/>
        </p:nvSpPr>
        <p:spPr>
          <a:xfrm>
            <a:off x="5170748" y="3964415"/>
            <a:ext cx="1512168" cy="369332"/>
          </a:xfrm>
          <a:prstGeom prst="rect">
            <a:avLst/>
          </a:prstGeom>
          <a:noFill/>
        </p:spPr>
        <p:txBody>
          <a:bodyPr wrap="square" rtlCol="0">
            <a:spAutoFit/>
          </a:bodyPr>
          <a:lstStyle/>
          <a:p>
            <a:r>
              <a:rPr lang="en-IN"/>
              <a:t>If owns the ad</a:t>
            </a:r>
          </a:p>
        </p:txBody>
      </p:sp>
      <p:sp>
        <p:nvSpPr>
          <p:cNvPr id="45" name="TextBox 44">
            <a:extLst>
              <a:ext uri="{FF2B5EF4-FFF2-40B4-BE49-F238E27FC236}">
                <a16:creationId xmlns:a16="http://schemas.microsoft.com/office/drawing/2014/main" id="{17451587-18EC-42ED-B6D5-8E1E0AABA12C}"/>
              </a:ext>
            </a:extLst>
          </p:cNvPr>
          <p:cNvSpPr txBox="1"/>
          <p:nvPr/>
        </p:nvSpPr>
        <p:spPr>
          <a:xfrm>
            <a:off x="9226116" y="3974046"/>
            <a:ext cx="1512168" cy="646331"/>
          </a:xfrm>
          <a:prstGeom prst="rect">
            <a:avLst/>
          </a:prstGeom>
          <a:noFill/>
        </p:spPr>
        <p:txBody>
          <a:bodyPr wrap="square" rtlCol="0">
            <a:spAutoFit/>
          </a:bodyPr>
          <a:lstStyle/>
          <a:p>
            <a:r>
              <a:rPr lang="en-IN"/>
              <a:t>If do not owns the ad</a:t>
            </a:r>
          </a:p>
        </p:txBody>
      </p:sp>
    </p:spTree>
    <p:extLst>
      <p:ext uri="{BB962C8B-B14F-4D97-AF65-F5344CB8AC3E}">
        <p14:creationId xmlns:p14="http://schemas.microsoft.com/office/powerpoint/2010/main" val="20021296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6525"/>
            <a:ext cx="10515600" cy="694162"/>
          </a:xfrm>
        </p:spPr>
        <p:txBody>
          <a:bodyPr>
            <a:noAutofit/>
          </a:bodyPr>
          <a:lstStyle/>
          <a:p>
            <a:pPr algn="ctr"/>
            <a:r>
              <a:rPr lang="en-US" sz="3200" b="1" dirty="0">
                <a:solidFill>
                  <a:schemeClr val="accent1">
                    <a:lumMod val="75000"/>
                  </a:schemeClr>
                </a:solidFill>
                <a:latin typeface="Times New Roman" pitchFamily="18" charset="0"/>
                <a:cs typeface="Times New Roman" pitchFamily="18" charset="0"/>
              </a:rPr>
              <a:t>Implementation / Coding</a:t>
            </a:r>
            <a:endParaRPr lang="en-US" sz="3200" b="1" u="sng" dirty="0">
              <a:solidFill>
                <a:schemeClr val="tx1">
                  <a:lumMod val="75000"/>
                  <a:lumOff val="25000"/>
                </a:schemeClr>
              </a:solidFill>
              <a:latin typeface="Times New Roman" pitchFamily="18" charset="0"/>
              <a:cs typeface="Times New Roman" pitchFamily="18" charset="0"/>
            </a:endParaRPr>
          </a:p>
        </p:txBody>
      </p:sp>
      <p:sp>
        <p:nvSpPr>
          <p:cNvPr id="6" name="Date Placeholder 5">
            <a:extLst>
              <a:ext uri="{FF2B5EF4-FFF2-40B4-BE49-F238E27FC236}">
                <a16:creationId xmlns:a16="http://schemas.microsoft.com/office/drawing/2014/main" id="{24252FCF-B27B-4BF9-9A7D-79F85AD5ADBF}"/>
              </a:ext>
            </a:extLst>
          </p:cNvPr>
          <p:cNvSpPr>
            <a:spLocks noGrp="1"/>
          </p:cNvSpPr>
          <p:nvPr>
            <p:ph type="dt" sz="half" idx="10"/>
          </p:nvPr>
        </p:nvSpPr>
        <p:spPr/>
        <p:txBody>
          <a:bodyPr/>
          <a:lstStyle/>
          <a:p>
            <a:r>
              <a:rPr lang="en-US"/>
              <a:t>VIII Semester, Department of ISE, RNSIT</a:t>
            </a:r>
            <a:endParaRPr lang="en-US" dirty="0"/>
          </a:p>
        </p:txBody>
      </p:sp>
      <p:sp>
        <p:nvSpPr>
          <p:cNvPr id="5" name="Footer Placeholder 4">
            <a:extLst>
              <a:ext uri="{FF2B5EF4-FFF2-40B4-BE49-F238E27FC236}">
                <a16:creationId xmlns:a16="http://schemas.microsoft.com/office/drawing/2014/main" id="{A7B1F4F0-081C-449C-9C3A-E0B44A6D0E5F}"/>
              </a:ext>
            </a:extLst>
          </p:cNvPr>
          <p:cNvSpPr>
            <a:spLocks noGrp="1"/>
          </p:cNvSpPr>
          <p:nvPr>
            <p:ph type="ftr" sz="quarter" idx="11"/>
          </p:nvPr>
        </p:nvSpPr>
        <p:spPr/>
        <p:txBody>
          <a:bodyPr/>
          <a:lstStyle/>
          <a:p>
            <a:r>
              <a:rPr lang="en-US"/>
              <a:t>2022 - 2023</a:t>
            </a:r>
            <a:endParaRPr lang="en-US" dirty="0"/>
          </a:p>
        </p:txBody>
      </p:sp>
      <p:sp>
        <p:nvSpPr>
          <p:cNvPr id="9" name="Content Placeholder 2">
            <a:extLst>
              <a:ext uri="{FF2B5EF4-FFF2-40B4-BE49-F238E27FC236}">
                <a16:creationId xmlns:a16="http://schemas.microsoft.com/office/drawing/2014/main" id="{B5F54E7E-0CB3-497B-98EB-74178BF12B55}"/>
              </a:ext>
            </a:extLst>
          </p:cNvPr>
          <p:cNvSpPr txBox="1">
            <a:spLocks/>
          </p:cNvSpPr>
          <p:nvPr/>
        </p:nvSpPr>
        <p:spPr>
          <a:xfrm>
            <a:off x="479376" y="992124"/>
            <a:ext cx="11233248" cy="5173180"/>
          </a:xfrm>
          <a:prstGeom prst="rect">
            <a:avLst/>
          </a:prstGeom>
        </p:spPr>
        <p:txBody>
          <a:bodyPr vert="horz" lIns="91440" tIns="45720" rIns="91440" bIns="4572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nSpc>
                <a:spcPct val="150000"/>
              </a:lnSpc>
              <a:buNone/>
            </a:pPr>
            <a:endParaRPr lang="en-US" sz="1000" b="1" dirty="0">
              <a:latin typeface="Times New Roman" pitchFamily="18" charset="0"/>
              <a:cs typeface="Times New Roman" pitchFamily="18" charset="0"/>
            </a:endParaRPr>
          </a:p>
        </p:txBody>
      </p:sp>
      <p:sp>
        <p:nvSpPr>
          <p:cNvPr id="3" name="Slide Number Placeholder 2">
            <a:extLst>
              <a:ext uri="{FF2B5EF4-FFF2-40B4-BE49-F238E27FC236}">
                <a16:creationId xmlns:a16="http://schemas.microsoft.com/office/drawing/2014/main" id="{8FF483D0-FC24-4C7F-A767-4599303441E0}"/>
              </a:ext>
            </a:extLst>
          </p:cNvPr>
          <p:cNvSpPr>
            <a:spLocks noGrp="1"/>
          </p:cNvSpPr>
          <p:nvPr>
            <p:ph type="sldNum" sz="quarter" idx="12"/>
          </p:nvPr>
        </p:nvSpPr>
        <p:spPr/>
        <p:txBody>
          <a:bodyPr/>
          <a:lstStyle/>
          <a:p>
            <a:fld id="{5B4F5413-E548-45A8-B9DD-11B71454D5CA}" type="slidenum">
              <a:rPr lang="en-US" smtClean="0"/>
              <a:pPr/>
              <a:t>13</a:t>
            </a:fld>
            <a:endParaRPr lang="en-US" dirty="0"/>
          </a:p>
        </p:txBody>
      </p:sp>
      <p:sp>
        <p:nvSpPr>
          <p:cNvPr id="4" name="TextBox 3">
            <a:extLst>
              <a:ext uri="{FF2B5EF4-FFF2-40B4-BE49-F238E27FC236}">
                <a16:creationId xmlns:a16="http://schemas.microsoft.com/office/drawing/2014/main" id="{D2CE950C-EB1E-B250-E014-D844E3F7CBBF}"/>
              </a:ext>
            </a:extLst>
          </p:cNvPr>
          <p:cNvSpPr txBox="1"/>
          <p:nvPr/>
        </p:nvSpPr>
        <p:spPr>
          <a:xfrm>
            <a:off x="695400" y="1124744"/>
            <a:ext cx="6768752" cy="4110741"/>
          </a:xfrm>
          <a:prstGeom prst="rect">
            <a:avLst/>
          </a:prstGeom>
          <a:noFill/>
        </p:spPr>
        <p:txBody>
          <a:bodyPr wrap="square" rtlCol="0">
            <a:spAutoFit/>
          </a:bodyPr>
          <a:lstStyle/>
          <a:p>
            <a:pPr marL="0" indent="0">
              <a:lnSpc>
                <a:spcPct val="150000"/>
              </a:lnSpc>
              <a:buNone/>
            </a:pPr>
            <a:r>
              <a:rPr lang="en-US" sz="1600" b="1">
                <a:latin typeface="Times New Roman" pitchFamily="18" charset="0"/>
                <a:cs typeface="Times New Roman" pitchFamily="18" charset="0"/>
              </a:rPr>
              <a:t>module.exports.renderRegister = (req, res) =&gt; {res.render("users/register");};</a:t>
            </a:r>
          </a:p>
          <a:p>
            <a:pPr marL="0" indent="0">
              <a:lnSpc>
                <a:spcPct val="150000"/>
              </a:lnSpc>
              <a:buNone/>
            </a:pPr>
            <a:endParaRPr lang="en-US" sz="1600" b="1">
              <a:latin typeface="Times New Roman" pitchFamily="18" charset="0"/>
              <a:cs typeface="Times New Roman" pitchFamily="18" charset="0"/>
            </a:endParaRPr>
          </a:p>
          <a:p>
            <a:pPr marL="0" indent="0">
              <a:lnSpc>
                <a:spcPct val="150000"/>
              </a:lnSpc>
              <a:buNone/>
            </a:pPr>
            <a:r>
              <a:rPr lang="en-US" sz="1600" b="1">
                <a:latin typeface="Times New Roman" pitchFamily="18" charset="0"/>
                <a:cs typeface="Times New Roman" pitchFamily="18" charset="0"/>
              </a:rPr>
              <a:t>module.exports.register = async (req, res, next) =&gt; {res.redirect("register");}};</a:t>
            </a:r>
          </a:p>
          <a:p>
            <a:pPr marL="0" indent="0">
              <a:lnSpc>
                <a:spcPct val="150000"/>
              </a:lnSpc>
              <a:buNone/>
            </a:pPr>
            <a:endParaRPr lang="en-US" sz="1600" b="1">
              <a:latin typeface="Times New Roman" pitchFamily="18" charset="0"/>
              <a:cs typeface="Times New Roman" pitchFamily="18" charset="0"/>
            </a:endParaRPr>
          </a:p>
          <a:p>
            <a:pPr marL="0" indent="0">
              <a:lnSpc>
                <a:spcPct val="150000"/>
              </a:lnSpc>
              <a:buNone/>
            </a:pPr>
            <a:r>
              <a:rPr lang="en-US" sz="1600" b="1">
                <a:latin typeface="Times New Roman" pitchFamily="18" charset="0"/>
                <a:cs typeface="Times New Roman" pitchFamily="18" charset="0"/>
              </a:rPr>
              <a:t>module.exports.renderLogin = (req, res) =&gt; {res.render("users/login");};</a:t>
            </a:r>
          </a:p>
          <a:p>
            <a:pPr marL="0" indent="0">
              <a:lnSpc>
                <a:spcPct val="150000"/>
              </a:lnSpc>
              <a:buNone/>
            </a:pPr>
            <a:endParaRPr lang="en-US" sz="1600" b="1">
              <a:latin typeface="Times New Roman" pitchFamily="18" charset="0"/>
              <a:cs typeface="Times New Roman" pitchFamily="18" charset="0"/>
            </a:endParaRPr>
          </a:p>
          <a:p>
            <a:pPr marL="0" indent="0">
              <a:lnSpc>
                <a:spcPct val="150000"/>
              </a:lnSpc>
              <a:buNone/>
            </a:pPr>
            <a:r>
              <a:rPr lang="en-US" sz="1600" b="1">
                <a:latin typeface="Times New Roman" pitchFamily="18" charset="0"/>
                <a:cs typeface="Times New Roman" pitchFamily="18" charset="0"/>
              </a:rPr>
              <a:t>module.exports.login = (req, res) =&gt; {res.redirect(redirectUrl);};</a:t>
            </a:r>
          </a:p>
          <a:p>
            <a:pPr marL="0" indent="0">
              <a:lnSpc>
                <a:spcPct val="150000"/>
              </a:lnSpc>
              <a:buNone/>
            </a:pPr>
            <a:endParaRPr lang="en-US" sz="1600" b="1">
              <a:latin typeface="Times New Roman" pitchFamily="18" charset="0"/>
              <a:cs typeface="Times New Roman" pitchFamily="18" charset="0"/>
            </a:endParaRPr>
          </a:p>
          <a:p>
            <a:pPr marL="0" indent="0">
              <a:lnSpc>
                <a:spcPct val="150000"/>
              </a:lnSpc>
              <a:buNone/>
            </a:pPr>
            <a:r>
              <a:rPr lang="en-US" sz="1600" b="1">
                <a:latin typeface="Times New Roman" pitchFamily="18" charset="0"/>
                <a:cs typeface="Times New Roman" pitchFamily="18" charset="0"/>
              </a:rPr>
              <a:t>module.exports.logout = (req, res) =&gt; {req.logout();};</a:t>
            </a:r>
          </a:p>
        </p:txBody>
      </p:sp>
      <p:sp>
        <p:nvSpPr>
          <p:cNvPr id="7" name="TextBox 6">
            <a:extLst>
              <a:ext uri="{FF2B5EF4-FFF2-40B4-BE49-F238E27FC236}">
                <a16:creationId xmlns:a16="http://schemas.microsoft.com/office/drawing/2014/main" id="{895B8F13-0270-9C30-6AFC-2DAAD6C47CAD}"/>
              </a:ext>
            </a:extLst>
          </p:cNvPr>
          <p:cNvSpPr txBox="1"/>
          <p:nvPr/>
        </p:nvSpPr>
        <p:spPr>
          <a:xfrm>
            <a:off x="7752183" y="1056412"/>
            <a:ext cx="3947701" cy="2062103"/>
          </a:xfrm>
          <a:prstGeom prst="rect">
            <a:avLst/>
          </a:prstGeom>
          <a:noFill/>
        </p:spPr>
        <p:txBody>
          <a:bodyPr wrap="square" rtlCol="0">
            <a:spAutoFit/>
          </a:bodyPr>
          <a:lstStyle/>
          <a:p>
            <a:r>
              <a:rPr lang="en-US" sz="1600" b="1">
                <a:effectLst/>
                <a:latin typeface="Times New Roman" panose="02020603050405020304" pitchFamily="18" charset="0"/>
                <a:cs typeface="Times New Roman" panose="02020603050405020304" pitchFamily="18" charset="0"/>
              </a:rPr>
              <a:t>const UserSchema = new Schema({</a:t>
            </a:r>
          </a:p>
          <a:p>
            <a:r>
              <a:rPr lang="en-US" sz="1600" b="1">
                <a:effectLst/>
                <a:latin typeface="Times New Roman" panose="02020603050405020304" pitchFamily="18" charset="0"/>
                <a:cs typeface="Times New Roman" panose="02020603050405020304" pitchFamily="18" charset="0"/>
              </a:rPr>
              <a:t>    </a:t>
            </a:r>
            <a:r>
              <a:rPr lang="en-US" sz="1600" b="1">
                <a:latin typeface="Times New Roman" panose="02020603050405020304" pitchFamily="18" charset="0"/>
                <a:cs typeface="Times New Roman" panose="02020603050405020304" pitchFamily="18" charset="0"/>
              </a:rPr>
              <a:t>username</a:t>
            </a:r>
            <a:r>
              <a:rPr lang="en-US" sz="1600" b="1">
                <a:effectLst/>
                <a:latin typeface="Times New Roman" panose="02020603050405020304" pitchFamily="18" charset="0"/>
                <a:cs typeface="Times New Roman" panose="02020603050405020304" pitchFamily="18" charset="0"/>
              </a:rPr>
              <a:t>: String,</a:t>
            </a:r>
          </a:p>
          <a:p>
            <a:r>
              <a:rPr lang="en-US" sz="1600" b="1">
                <a:effectLst/>
                <a:latin typeface="Times New Roman" panose="02020603050405020304" pitchFamily="18" charset="0"/>
                <a:cs typeface="Times New Roman" panose="02020603050405020304" pitchFamily="18" charset="0"/>
              </a:rPr>
              <a:t>    email: {</a:t>
            </a:r>
          </a:p>
          <a:p>
            <a:r>
              <a:rPr lang="en-US" sz="1600" b="1">
                <a:effectLst/>
                <a:latin typeface="Times New Roman" panose="02020603050405020304" pitchFamily="18" charset="0"/>
                <a:cs typeface="Times New Roman" panose="02020603050405020304" pitchFamily="18" charset="0"/>
              </a:rPr>
              <a:t>        type: String,</a:t>
            </a:r>
          </a:p>
          <a:p>
            <a:r>
              <a:rPr lang="en-US" sz="1600" b="1">
                <a:effectLst/>
                <a:latin typeface="Times New Roman" panose="02020603050405020304" pitchFamily="18" charset="0"/>
                <a:cs typeface="Times New Roman" panose="02020603050405020304" pitchFamily="18" charset="0"/>
              </a:rPr>
              <a:t>        required: true,</a:t>
            </a:r>
          </a:p>
          <a:p>
            <a:r>
              <a:rPr lang="en-US" sz="1600" b="1">
                <a:effectLst/>
                <a:latin typeface="Times New Roman" panose="02020603050405020304" pitchFamily="18" charset="0"/>
                <a:cs typeface="Times New Roman" panose="02020603050405020304" pitchFamily="18" charset="0"/>
              </a:rPr>
              <a:t>        unique: true</a:t>
            </a:r>
          </a:p>
          <a:p>
            <a:r>
              <a:rPr lang="en-US" sz="1600" b="1">
                <a:effectLst/>
                <a:latin typeface="Times New Roman" panose="02020603050405020304" pitchFamily="18" charset="0"/>
                <a:cs typeface="Times New Roman" panose="02020603050405020304" pitchFamily="18" charset="0"/>
              </a:rPr>
              <a:t>    },</a:t>
            </a:r>
          </a:p>
          <a:p>
            <a:r>
              <a:rPr lang="en-US" sz="1600" b="1">
                <a:effectLst/>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6923827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6525"/>
            <a:ext cx="10515600" cy="694162"/>
          </a:xfrm>
        </p:spPr>
        <p:txBody>
          <a:bodyPr>
            <a:noAutofit/>
          </a:bodyPr>
          <a:lstStyle/>
          <a:p>
            <a:pPr algn="ctr"/>
            <a:r>
              <a:rPr lang="en-US" sz="3200" b="1" dirty="0">
                <a:solidFill>
                  <a:schemeClr val="accent1">
                    <a:lumMod val="75000"/>
                  </a:schemeClr>
                </a:solidFill>
                <a:latin typeface="Times New Roman" pitchFamily="18" charset="0"/>
                <a:cs typeface="Times New Roman" pitchFamily="18" charset="0"/>
              </a:rPr>
              <a:t>Implementation / Coding</a:t>
            </a:r>
            <a:endParaRPr lang="en-US" sz="3200" b="1" u="sng" dirty="0">
              <a:solidFill>
                <a:schemeClr val="tx1">
                  <a:lumMod val="75000"/>
                  <a:lumOff val="25000"/>
                </a:schemeClr>
              </a:solidFill>
              <a:latin typeface="Times New Roman" pitchFamily="18" charset="0"/>
              <a:cs typeface="Times New Roman" pitchFamily="18" charset="0"/>
            </a:endParaRPr>
          </a:p>
        </p:txBody>
      </p:sp>
      <p:sp>
        <p:nvSpPr>
          <p:cNvPr id="6" name="Date Placeholder 5">
            <a:extLst>
              <a:ext uri="{FF2B5EF4-FFF2-40B4-BE49-F238E27FC236}">
                <a16:creationId xmlns:a16="http://schemas.microsoft.com/office/drawing/2014/main" id="{24252FCF-B27B-4BF9-9A7D-79F85AD5ADBF}"/>
              </a:ext>
            </a:extLst>
          </p:cNvPr>
          <p:cNvSpPr>
            <a:spLocks noGrp="1"/>
          </p:cNvSpPr>
          <p:nvPr>
            <p:ph type="dt" sz="half" idx="10"/>
          </p:nvPr>
        </p:nvSpPr>
        <p:spPr/>
        <p:txBody>
          <a:bodyPr/>
          <a:lstStyle/>
          <a:p>
            <a:r>
              <a:rPr lang="en-US"/>
              <a:t>VIII Semester, Department of ISE, RNSIT</a:t>
            </a:r>
            <a:endParaRPr lang="en-US" dirty="0"/>
          </a:p>
        </p:txBody>
      </p:sp>
      <p:sp>
        <p:nvSpPr>
          <p:cNvPr id="5" name="Footer Placeholder 4">
            <a:extLst>
              <a:ext uri="{FF2B5EF4-FFF2-40B4-BE49-F238E27FC236}">
                <a16:creationId xmlns:a16="http://schemas.microsoft.com/office/drawing/2014/main" id="{A7B1F4F0-081C-449C-9C3A-E0B44A6D0E5F}"/>
              </a:ext>
            </a:extLst>
          </p:cNvPr>
          <p:cNvSpPr>
            <a:spLocks noGrp="1"/>
          </p:cNvSpPr>
          <p:nvPr>
            <p:ph type="ftr" sz="quarter" idx="11"/>
          </p:nvPr>
        </p:nvSpPr>
        <p:spPr/>
        <p:txBody>
          <a:bodyPr/>
          <a:lstStyle/>
          <a:p>
            <a:r>
              <a:rPr lang="en-US"/>
              <a:t>2022 - 2023</a:t>
            </a:r>
            <a:endParaRPr lang="en-US" dirty="0"/>
          </a:p>
        </p:txBody>
      </p:sp>
      <p:sp>
        <p:nvSpPr>
          <p:cNvPr id="9" name="Content Placeholder 2">
            <a:extLst>
              <a:ext uri="{FF2B5EF4-FFF2-40B4-BE49-F238E27FC236}">
                <a16:creationId xmlns:a16="http://schemas.microsoft.com/office/drawing/2014/main" id="{B5F54E7E-0CB3-497B-98EB-74178BF12B55}"/>
              </a:ext>
            </a:extLst>
          </p:cNvPr>
          <p:cNvSpPr txBox="1">
            <a:spLocks/>
          </p:cNvSpPr>
          <p:nvPr/>
        </p:nvSpPr>
        <p:spPr>
          <a:xfrm>
            <a:off x="479376" y="992124"/>
            <a:ext cx="11233248" cy="5173180"/>
          </a:xfrm>
          <a:prstGeom prst="rect">
            <a:avLst/>
          </a:prstGeom>
        </p:spPr>
        <p:txBody>
          <a:bodyPr vert="horz" lIns="91440" tIns="45720" rIns="91440" bIns="4572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nSpc>
                <a:spcPct val="150000"/>
              </a:lnSpc>
              <a:buNone/>
            </a:pPr>
            <a:endParaRPr lang="en-US" sz="1000" b="1" dirty="0">
              <a:latin typeface="Times New Roman" pitchFamily="18" charset="0"/>
              <a:cs typeface="Times New Roman" pitchFamily="18" charset="0"/>
            </a:endParaRPr>
          </a:p>
        </p:txBody>
      </p:sp>
      <p:sp>
        <p:nvSpPr>
          <p:cNvPr id="3" name="Slide Number Placeholder 2">
            <a:extLst>
              <a:ext uri="{FF2B5EF4-FFF2-40B4-BE49-F238E27FC236}">
                <a16:creationId xmlns:a16="http://schemas.microsoft.com/office/drawing/2014/main" id="{8FF483D0-FC24-4C7F-A767-4599303441E0}"/>
              </a:ext>
            </a:extLst>
          </p:cNvPr>
          <p:cNvSpPr>
            <a:spLocks noGrp="1"/>
          </p:cNvSpPr>
          <p:nvPr>
            <p:ph type="sldNum" sz="quarter" idx="12"/>
          </p:nvPr>
        </p:nvSpPr>
        <p:spPr/>
        <p:txBody>
          <a:bodyPr/>
          <a:lstStyle/>
          <a:p>
            <a:fld id="{5B4F5413-E548-45A8-B9DD-11B71454D5CA}" type="slidenum">
              <a:rPr lang="en-US" smtClean="0"/>
              <a:pPr/>
              <a:t>14</a:t>
            </a:fld>
            <a:endParaRPr lang="en-US" dirty="0"/>
          </a:p>
        </p:txBody>
      </p:sp>
      <p:sp>
        <p:nvSpPr>
          <p:cNvPr id="4" name="TextBox 3">
            <a:extLst>
              <a:ext uri="{FF2B5EF4-FFF2-40B4-BE49-F238E27FC236}">
                <a16:creationId xmlns:a16="http://schemas.microsoft.com/office/drawing/2014/main" id="{D2CE950C-EB1E-B250-E014-D844E3F7CBBF}"/>
              </a:ext>
            </a:extLst>
          </p:cNvPr>
          <p:cNvSpPr txBox="1"/>
          <p:nvPr/>
        </p:nvSpPr>
        <p:spPr>
          <a:xfrm>
            <a:off x="695400" y="1124744"/>
            <a:ext cx="5904656" cy="5262979"/>
          </a:xfrm>
          <a:prstGeom prst="rect">
            <a:avLst/>
          </a:prstGeom>
          <a:noFill/>
        </p:spPr>
        <p:txBody>
          <a:bodyPr wrap="square" rtlCol="0">
            <a:spAutoFit/>
          </a:bodyPr>
          <a:lstStyle/>
          <a:p>
            <a:r>
              <a:rPr lang="en-IN" sz="1600" b="1">
                <a:latin typeface="Times New Roman" panose="02020603050405020304" pitchFamily="18" charset="0"/>
                <a:cs typeface="Times New Roman" panose="02020603050405020304" pitchFamily="18" charset="0"/>
              </a:rPr>
              <a:t>module.exports.index = async (req, res) =&gt; {res.render("ads/index", { ads });};</a:t>
            </a:r>
          </a:p>
          <a:p>
            <a:endParaRPr lang="en-IN" sz="1600" b="1">
              <a:latin typeface="Times New Roman" panose="02020603050405020304" pitchFamily="18" charset="0"/>
              <a:cs typeface="Times New Roman" panose="02020603050405020304" pitchFamily="18" charset="0"/>
            </a:endParaRPr>
          </a:p>
          <a:p>
            <a:r>
              <a:rPr lang="en-IN" sz="1600" b="1">
                <a:latin typeface="Times New Roman" panose="02020603050405020304" pitchFamily="18" charset="0"/>
                <a:cs typeface="Times New Roman" panose="02020603050405020304" pitchFamily="18" charset="0"/>
              </a:rPr>
              <a:t>module.exports.renderNewForm = (req, res) =&gt; {res.render("ads/new");};</a:t>
            </a:r>
          </a:p>
          <a:p>
            <a:endParaRPr lang="en-IN" sz="1600" b="1">
              <a:latin typeface="Times New Roman" panose="02020603050405020304" pitchFamily="18" charset="0"/>
              <a:cs typeface="Times New Roman" panose="02020603050405020304" pitchFamily="18" charset="0"/>
            </a:endParaRPr>
          </a:p>
          <a:p>
            <a:r>
              <a:rPr lang="en-IN" sz="1600" b="1">
                <a:latin typeface="Times New Roman" panose="02020603050405020304" pitchFamily="18" charset="0"/>
                <a:cs typeface="Times New Roman" panose="02020603050405020304" pitchFamily="18" charset="0"/>
              </a:rPr>
              <a:t>module.exports.createAd = async (req, res, next) =&gt; {res.redirect(`/ads/${ad._id}`);};</a:t>
            </a:r>
          </a:p>
          <a:p>
            <a:endParaRPr lang="en-IN" sz="1600" b="1">
              <a:latin typeface="Times New Roman" panose="02020603050405020304" pitchFamily="18" charset="0"/>
              <a:cs typeface="Times New Roman" panose="02020603050405020304" pitchFamily="18" charset="0"/>
            </a:endParaRPr>
          </a:p>
          <a:p>
            <a:r>
              <a:rPr lang="en-IN" sz="1600" b="1">
                <a:latin typeface="Times New Roman" panose="02020603050405020304" pitchFamily="18" charset="0"/>
                <a:cs typeface="Times New Roman" panose="02020603050405020304" pitchFamily="18" charset="0"/>
              </a:rPr>
              <a:t>module.exports.showAd = async (req, res) =&gt; {res.render("ads/show", { ad });};</a:t>
            </a:r>
          </a:p>
          <a:p>
            <a:endParaRPr lang="en-IN" sz="1600" b="1">
              <a:latin typeface="Times New Roman" panose="02020603050405020304" pitchFamily="18" charset="0"/>
              <a:cs typeface="Times New Roman" panose="02020603050405020304" pitchFamily="18" charset="0"/>
            </a:endParaRPr>
          </a:p>
          <a:p>
            <a:r>
              <a:rPr lang="en-IN" sz="1600" b="1">
                <a:latin typeface="Times New Roman" panose="02020603050405020304" pitchFamily="18" charset="0"/>
                <a:cs typeface="Times New Roman" panose="02020603050405020304" pitchFamily="18" charset="0"/>
              </a:rPr>
              <a:t>module.exports.renderEditForm = async (req, res) =&gt; {res.render("ads/edit", { ad });};</a:t>
            </a:r>
          </a:p>
          <a:p>
            <a:endParaRPr lang="en-IN" sz="1600" b="1">
              <a:latin typeface="Times New Roman" panose="02020603050405020304" pitchFamily="18" charset="0"/>
              <a:cs typeface="Times New Roman" panose="02020603050405020304" pitchFamily="18" charset="0"/>
            </a:endParaRPr>
          </a:p>
          <a:p>
            <a:r>
              <a:rPr lang="en-IN" sz="1600" b="1">
                <a:latin typeface="Times New Roman" panose="02020603050405020304" pitchFamily="18" charset="0"/>
                <a:cs typeface="Times New Roman" panose="02020603050405020304" pitchFamily="18" charset="0"/>
              </a:rPr>
              <a:t>module.exports.updateAd = async (req, res) =&gt; {res.redirect(`/ads/${ad._id}`);};</a:t>
            </a:r>
          </a:p>
          <a:p>
            <a:endParaRPr lang="en-IN" sz="1600" b="1">
              <a:latin typeface="Times New Roman" panose="02020603050405020304" pitchFamily="18" charset="0"/>
              <a:cs typeface="Times New Roman" panose="02020603050405020304" pitchFamily="18" charset="0"/>
            </a:endParaRPr>
          </a:p>
          <a:p>
            <a:r>
              <a:rPr lang="en-IN" sz="1600" b="1">
                <a:latin typeface="Times New Roman" panose="02020603050405020304" pitchFamily="18" charset="0"/>
                <a:cs typeface="Times New Roman" panose="02020603050405020304" pitchFamily="18" charset="0"/>
              </a:rPr>
              <a:t>module.exports.deleteAd = async (req, res) =&gt; {res.redirect("/ads");};</a:t>
            </a:r>
          </a:p>
          <a:p>
            <a:endParaRPr lang="en-IN" sz="1600" b="1">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0033A9DC-94C3-8B5A-55EC-B5B84CD97CC7}"/>
              </a:ext>
            </a:extLst>
          </p:cNvPr>
          <p:cNvSpPr txBox="1"/>
          <p:nvPr/>
        </p:nvSpPr>
        <p:spPr>
          <a:xfrm>
            <a:off x="7239000" y="919887"/>
            <a:ext cx="4752528" cy="5218736"/>
          </a:xfrm>
          <a:prstGeom prst="rect">
            <a:avLst/>
          </a:prstGeom>
          <a:noFill/>
        </p:spPr>
        <p:txBody>
          <a:bodyPr wrap="square" rtlCol="0">
            <a:spAutoFit/>
          </a:bodyPr>
          <a:lstStyle/>
          <a:p>
            <a:pPr marL="0" indent="0">
              <a:lnSpc>
                <a:spcPct val="150000"/>
              </a:lnSpc>
              <a:buNone/>
            </a:pPr>
            <a:r>
              <a:rPr lang="en-US" sz="1600" b="1">
                <a:latin typeface="Times New Roman" pitchFamily="18" charset="0"/>
                <a:cs typeface="Times New Roman" pitchFamily="18" charset="0"/>
              </a:rPr>
              <a:t>const ImageSchema = new Schema({</a:t>
            </a:r>
          </a:p>
          <a:p>
            <a:pPr marL="0" indent="0">
              <a:lnSpc>
                <a:spcPct val="150000"/>
              </a:lnSpc>
              <a:buNone/>
            </a:pPr>
            <a:r>
              <a:rPr lang="en-US" sz="1600" b="1">
                <a:latin typeface="Times New Roman" pitchFamily="18" charset="0"/>
                <a:cs typeface="Times New Roman" pitchFamily="18" charset="0"/>
              </a:rPr>
              <a:t>  url: String,</a:t>
            </a:r>
          </a:p>
          <a:p>
            <a:pPr marL="0" indent="0">
              <a:lnSpc>
                <a:spcPct val="150000"/>
              </a:lnSpc>
              <a:buNone/>
            </a:pPr>
            <a:r>
              <a:rPr lang="en-US" sz="1600" b="1">
                <a:latin typeface="Times New Roman" pitchFamily="18" charset="0"/>
                <a:cs typeface="Times New Roman" pitchFamily="18" charset="0"/>
              </a:rPr>
              <a:t>  filename: String,</a:t>
            </a:r>
          </a:p>
          <a:p>
            <a:pPr marL="0" indent="0">
              <a:lnSpc>
                <a:spcPct val="150000"/>
              </a:lnSpc>
              <a:buNone/>
            </a:pPr>
            <a:r>
              <a:rPr lang="en-US" sz="1600" b="1">
                <a:latin typeface="Times New Roman" pitchFamily="18" charset="0"/>
                <a:cs typeface="Times New Roman" pitchFamily="18" charset="0"/>
              </a:rPr>
              <a:t>});</a:t>
            </a:r>
          </a:p>
          <a:p>
            <a:pPr marL="0" indent="0">
              <a:lnSpc>
                <a:spcPct val="150000"/>
              </a:lnSpc>
              <a:buNone/>
            </a:pPr>
            <a:r>
              <a:rPr lang="en-US" sz="1600" b="1">
                <a:latin typeface="Times New Roman" pitchFamily="18" charset="0"/>
                <a:cs typeface="Times New Roman" pitchFamily="18" charset="0"/>
              </a:rPr>
              <a:t>const AdsSchema = new Schema(</a:t>
            </a:r>
          </a:p>
          <a:p>
            <a:pPr marL="0" indent="0">
              <a:lnSpc>
                <a:spcPct val="150000"/>
              </a:lnSpc>
              <a:buNone/>
            </a:pPr>
            <a:r>
              <a:rPr lang="en-US" sz="1600" b="1">
                <a:latin typeface="Times New Roman" pitchFamily="18" charset="0"/>
                <a:cs typeface="Times New Roman" pitchFamily="18" charset="0"/>
              </a:rPr>
              <a:t>  {</a:t>
            </a:r>
          </a:p>
          <a:p>
            <a:pPr marL="0" indent="0">
              <a:lnSpc>
                <a:spcPct val="150000"/>
              </a:lnSpc>
              <a:buNone/>
            </a:pPr>
            <a:r>
              <a:rPr lang="en-US" sz="1600" b="1">
                <a:latin typeface="Times New Roman" pitchFamily="18" charset="0"/>
                <a:cs typeface="Times New Roman" pitchFamily="18" charset="0"/>
              </a:rPr>
              <a:t>    title: String,</a:t>
            </a:r>
          </a:p>
          <a:p>
            <a:pPr marL="0" indent="0">
              <a:lnSpc>
                <a:spcPct val="150000"/>
              </a:lnSpc>
              <a:buNone/>
            </a:pPr>
            <a:r>
              <a:rPr lang="en-US" sz="1600" b="1">
                <a:latin typeface="Times New Roman" pitchFamily="18" charset="0"/>
                <a:cs typeface="Times New Roman" pitchFamily="18" charset="0"/>
              </a:rPr>
              <a:t>    images: [ImageSchema],</a:t>
            </a:r>
          </a:p>
          <a:p>
            <a:pPr marL="0" indent="0">
              <a:lnSpc>
                <a:spcPct val="150000"/>
              </a:lnSpc>
              <a:buNone/>
            </a:pPr>
            <a:r>
              <a:rPr lang="en-US" sz="1600" b="1">
                <a:latin typeface="Times New Roman" pitchFamily="18" charset="0"/>
                <a:cs typeface="Times New Roman" pitchFamily="18" charset="0"/>
              </a:rPr>
              <a:t>    price: Number,</a:t>
            </a:r>
          </a:p>
          <a:p>
            <a:pPr marL="0" indent="0">
              <a:lnSpc>
                <a:spcPct val="150000"/>
              </a:lnSpc>
              <a:buNone/>
            </a:pPr>
            <a:r>
              <a:rPr lang="en-US" sz="1600" b="1">
                <a:latin typeface="Times New Roman" pitchFamily="18" charset="0"/>
                <a:cs typeface="Times New Roman" pitchFamily="18" charset="0"/>
              </a:rPr>
              <a:t>    description: String,</a:t>
            </a:r>
          </a:p>
          <a:p>
            <a:pPr marL="0" indent="0">
              <a:lnSpc>
                <a:spcPct val="150000"/>
              </a:lnSpc>
              <a:buNone/>
            </a:pPr>
            <a:r>
              <a:rPr lang="en-US" sz="1600" b="1">
                <a:latin typeface="Times New Roman" pitchFamily="18" charset="0"/>
                <a:cs typeface="Times New Roman" pitchFamily="18" charset="0"/>
              </a:rPr>
              <a:t>    location: String,</a:t>
            </a:r>
          </a:p>
          <a:p>
            <a:pPr marL="0" indent="0">
              <a:lnSpc>
                <a:spcPct val="150000"/>
              </a:lnSpc>
              <a:buNone/>
            </a:pPr>
            <a:r>
              <a:rPr lang="en-US" sz="1600" b="1">
                <a:latin typeface="Times New Roman" pitchFamily="18" charset="0"/>
                <a:cs typeface="Times New Roman" pitchFamily="18" charset="0"/>
              </a:rPr>
              <a:t>    author: {</a:t>
            </a:r>
          </a:p>
          <a:p>
            <a:pPr marL="0" indent="0">
              <a:lnSpc>
                <a:spcPct val="150000"/>
              </a:lnSpc>
              <a:buNone/>
            </a:pPr>
            <a:r>
              <a:rPr lang="en-US" sz="1600" b="1">
                <a:latin typeface="Times New Roman" pitchFamily="18" charset="0"/>
                <a:cs typeface="Times New Roman" pitchFamily="18" charset="0"/>
              </a:rPr>
              <a:t>      type: Schema.Types.ObjectId,</a:t>
            </a:r>
          </a:p>
          <a:p>
            <a:pPr marL="0" indent="0">
              <a:lnSpc>
                <a:spcPct val="150000"/>
              </a:lnSpc>
              <a:buNone/>
            </a:pPr>
            <a:r>
              <a:rPr lang="en-US" sz="1600" b="1">
                <a:latin typeface="Times New Roman" pitchFamily="18" charset="0"/>
                <a:cs typeface="Times New Roman" pitchFamily="18" charset="0"/>
              </a:rPr>
              <a:t>      ref: "User"})</a:t>
            </a:r>
          </a:p>
        </p:txBody>
      </p:sp>
    </p:spTree>
    <p:extLst>
      <p:ext uri="{BB962C8B-B14F-4D97-AF65-F5344CB8AC3E}">
        <p14:creationId xmlns:p14="http://schemas.microsoft.com/office/powerpoint/2010/main" val="30260903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91356" y="191482"/>
            <a:ext cx="9409288" cy="714396"/>
          </a:xfrm>
        </p:spPr>
        <p:txBody>
          <a:bodyPr>
            <a:normAutofit/>
          </a:bodyPr>
          <a:lstStyle/>
          <a:p>
            <a:pPr algn="ctr"/>
            <a:r>
              <a:rPr lang="en-US" sz="3200" b="1">
                <a:solidFill>
                  <a:schemeClr val="accent1">
                    <a:lumMod val="75000"/>
                  </a:schemeClr>
                </a:solidFill>
                <a:latin typeface="Times New Roman" pitchFamily="18" charset="0"/>
                <a:cs typeface="Times New Roman" pitchFamily="18" charset="0"/>
              </a:rPr>
              <a:t>Screenshots</a:t>
            </a:r>
            <a:endParaRPr lang="en-IN" sz="3200" dirty="0">
              <a:solidFill>
                <a:schemeClr val="accent1">
                  <a:lumMod val="75000"/>
                </a:schemeClr>
              </a:solidFill>
              <a:latin typeface="Times New Roman" pitchFamily="18" charset="0"/>
              <a:cs typeface="Times New Roman" pitchFamily="18" charset="0"/>
            </a:endParaRPr>
          </a:p>
        </p:txBody>
      </p:sp>
      <p:pic>
        <p:nvPicPr>
          <p:cNvPr id="8" name="Content Placeholder 7">
            <a:extLst>
              <a:ext uri="{FF2B5EF4-FFF2-40B4-BE49-F238E27FC236}">
                <a16:creationId xmlns:a16="http://schemas.microsoft.com/office/drawing/2014/main" id="{484CE4D9-919E-7AFE-CF76-922B608EAC21}"/>
              </a:ext>
            </a:extLst>
          </p:cNvPr>
          <p:cNvPicPr>
            <a:picLocks noGrp="1" noChangeAspect="1"/>
          </p:cNvPicPr>
          <p:nvPr>
            <p:ph idx="1"/>
          </p:nvPr>
        </p:nvPicPr>
        <p:blipFill rotWithShape="1">
          <a:blip r:embed="rId3">
            <a:extLst>
              <a:ext uri="{28A0092B-C50C-407E-A947-70E740481C1C}">
                <a14:useLocalDpi xmlns:a14="http://schemas.microsoft.com/office/drawing/2010/main" val="0"/>
              </a:ext>
            </a:extLst>
          </a:blip>
          <a:srcRect t="8846" b="6803"/>
          <a:stretch/>
        </p:blipFill>
        <p:spPr>
          <a:xfrm>
            <a:off x="1391356" y="905878"/>
            <a:ext cx="9409288" cy="4464496"/>
          </a:xfrm>
        </p:spPr>
      </p:pic>
      <p:sp>
        <p:nvSpPr>
          <p:cNvPr id="5" name="Date Placeholder 4">
            <a:extLst>
              <a:ext uri="{FF2B5EF4-FFF2-40B4-BE49-F238E27FC236}">
                <a16:creationId xmlns:a16="http://schemas.microsoft.com/office/drawing/2014/main" id="{BA33232D-C5B6-4904-B0FD-67D9A472EF55}"/>
              </a:ext>
            </a:extLst>
          </p:cNvPr>
          <p:cNvSpPr>
            <a:spLocks noGrp="1"/>
          </p:cNvSpPr>
          <p:nvPr>
            <p:ph type="dt" sz="half" idx="10"/>
          </p:nvPr>
        </p:nvSpPr>
        <p:spPr/>
        <p:txBody>
          <a:bodyPr/>
          <a:lstStyle/>
          <a:p>
            <a:r>
              <a:rPr lang="en-US"/>
              <a:t>VIII Semester, Department of ISE, RNSIT</a:t>
            </a:r>
            <a:endParaRPr lang="en-US" dirty="0"/>
          </a:p>
        </p:txBody>
      </p:sp>
      <p:sp>
        <p:nvSpPr>
          <p:cNvPr id="4" name="Footer Placeholder 3">
            <a:extLst>
              <a:ext uri="{FF2B5EF4-FFF2-40B4-BE49-F238E27FC236}">
                <a16:creationId xmlns:a16="http://schemas.microsoft.com/office/drawing/2014/main" id="{93F751C5-4D03-4713-B38A-E84F63B94AB2}"/>
              </a:ext>
            </a:extLst>
          </p:cNvPr>
          <p:cNvSpPr>
            <a:spLocks noGrp="1"/>
          </p:cNvSpPr>
          <p:nvPr>
            <p:ph type="ftr" sz="quarter" idx="11"/>
          </p:nvPr>
        </p:nvSpPr>
        <p:spPr/>
        <p:txBody>
          <a:bodyPr/>
          <a:lstStyle/>
          <a:p>
            <a:r>
              <a:rPr lang="en-US"/>
              <a:t>2022 - 2023</a:t>
            </a:r>
            <a:endParaRPr lang="en-US" dirty="0"/>
          </a:p>
        </p:txBody>
      </p:sp>
      <p:sp>
        <p:nvSpPr>
          <p:cNvPr id="7" name="Slide Number Placeholder 6">
            <a:extLst>
              <a:ext uri="{FF2B5EF4-FFF2-40B4-BE49-F238E27FC236}">
                <a16:creationId xmlns:a16="http://schemas.microsoft.com/office/drawing/2014/main" id="{C198CA14-345C-4F3F-85D3-748718383803}"/>
              </a:ext>
            </a:extLst>
          </p:cNvPr>
          <p:cNvSpPr>
            <a:spLocks noGrp="1"/>
          </p:cNvSpPr>
          <p:nvPr>
            <p:ph type="sldNum" sz="quarter" idx="12"/>
          </p:nvPr>
        </p:nvSpPr>
        <p:spPr/>
        <p:txBody>
          <a:bodyPr/>
          <a:lstStyle/>
          <a:p>
            <a:fld id="{5B4F5413-E548-45A8-B9DD-11B71454D5CA}" type="slidenum">
              <a:rPr lang="en-US" smtClean="0"/>
              <a:pPr/>
              <a:t>15</a:t>
            </a:fld>
            <a:endParaRPr lang="en-US" dirty="0"/>
          </a:p>
        </p:txBody>
      </p:sp>
      <p:sp>
        <p:nvSpPr>
          <p:cNvPr id="9" name="TextBox 8">
            <a:extLst>
              <a:ext uri="{FF2B5EF4-FFF2-40B4-BE49-F238E27FC236}">
                <a16:creationId xmlns:a16="http://schemas.microsoft.com/office/drawing/2014/main" id="{80D40286-233E-C7F2-1B3B-C530BD060E45}"/>
              </a:ext>
            </a:extLst>
          </p:cNvPr>
          <p:cNvSpPr txBox="1"/>
          <p:nvPr/>
        </p:nvSpPr>
        <p:spPr>
          <a:xfrm>
            <a:off x="1487488" y="5661248"/>
            <a:ext cx="9313156" cy="369332"/>
          </a:xfrm>
          <a:prstGeom prst="rect">
            <a:avLst/>
          </a:prstGeom>
          <a:noFill/>
        </p:spPr>
        <p:txBody>
          <a:bodyPr wrap="square" rtlCol="0">
            <a:spAutoFit/>
          </a:bodyPr>
          <a:lstStyle/>
          <a:p>
            <a:pPr algn="ctr"/>
            <a:r>
              <a:rPr lang="en-IN"/>
              <a:t>New user registration page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91356" y="191482"/>
            <a:ext cx="9409288" cy="714396"/>
          </a:xfrm>
        </p:spPr>
        <p:txBody>
          <a:bodyPr>
            <a:normAutofit/>
          </a:bodyPr>
          <a:lstStyle/>
          <a:p>
            <a:pPr algn="ctr"/>
            <a:r>
              <a:rPr lang="en-US" sz="3200" b="1">
                <a:solidFill>
                  <a:schemeClr val="accent1">
                    <a:lumMod val="75000"/>
                  </a:schemeClr>
                </a:solidFill>
                <a:latin typeface="Times New Roman" pitchFamily="18" charset="0"/>
                <a:cs typeface="Times New Roman" pitchFamily="18" charset="0"/>
              </a:rPr>
              <a:t>Screenshots</a:t>
            </a:r>
            <a:endParaRPr lang="en-IN" sz="3200" dirty="0">
              <a:solidFill>
                <a:schemeClr val="accent1">
                  <a:lumMod val="75000"/>
                </a:schemeClr>
              </a:solidFill>
              <a:latin typeface="Times New Roman" pitchFamily="18" charset="0"/>
              <a:cs typeface="Times New Roman" pitchFamily="18" charset="0"/>
            </a:endParaRPr>
          </a:p>
        </p:txBody>
      </p:sp>
      <p:pic>
        <p:nvPicPr>
          <p:cNvPr id="8" name="Content Placeholder 7">
            <a:extLst>
              <a:ext uri="{FF2B5EF4-FFF2-40B4-BE49-F238E27FC236}">
                <a16:creationId xmlns:a16="http://schemas.microsoft.com/office/drawing/2014/main" id="{484CE4D9-919E-7AFE-CF76-922B608EAC21}"/>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t="7824" b="7824"/>
          <a:stretch/>
        </p:blipFill>
        <p:spPr>
          <a:xfrm>
            <a:off x="1391356" y="905878"/>
            <a:ext cx="9409288" cy="4464496"/>
          </a:xfrm>
        </p:spPr>
      </p:pic>
      <p:sp>
        <p:nvSpPr>
          <p:cNvPr id="5" name="Date Placeholder 4">
            <a:extLst>
              <a:ext uri="{FF2B5EF4-FFF2-40B4-BE49-F238E27FC236}">
                <a16:creationId xmlns:a16="http://schemas.microsoft.com/office/drawing/2014/main" id="{BA33232D-C5B6-4904-B0FD-67D9A472EF55}"/>
              </a:ext>
            </a:extLst>
          </p:cNvPr>
          <p:cNvSpPr>
            <a:spLocks noGrp="1"/>
          </p:cNvSpPr>
          <p:nvPr>
            <p:ph type="dt" sz="half" idx="10"/>
          </p:nvPr>
        </p:nvSpPr>
        <p:spPr/>
        <p:txBody>
          <a:bodyPr/>
          <a:lstStyle/>
          <a:p>
            <a:r>
              <a:rPr lang="en-US"/>
              <a:t>VIII Semester, Department of ISE, RNSIT</a:t>
            </a:r>
            <a:endParaRPr lang="en-US" dirty="0"/>
          </a:p>
        </p:txBody>
      </p:sp>
      <p:sp>
        <p:nvSpPr>
          <p:cNvPr id="4" name="Footer Placeholder 3">
            <a:extLst>
              <a:ext uri="{FF2B5EF4-FFF2-40B4-BE49-F238E27FC236}">
                <a16:creationId xmlns:a16="http://schemas.microsoft.com/office/drawing/2014/main" id="{93F751C5-4D03-4713-B38A-E84F63B94AB2}"/>
              </a:ext>
            </a:extLst>
          </p:cNvPr>
          <p:cNvSpPr>
            <a:spLocks noGrp="1"/>
          </p:cNvSpPr>
          <p:nvPr>
            <p:ph type="ftr" sz="quarter" idx="11"/>
          </p:nvPr>
        </p:nvSpPr>
        <p:spPr/>
        <p:txBody>
          <a:bodyPr/>
          <a:lstStyle/>
          <a:p>
            <a:r>
              <a:rPr lang="en-US"/>
              <a:t>2022 - 2023</a:t>
            </a:r>
            <a:endParaRPr lang="en-US" dirty="0"/>
          </a:p>
        </p:txBody>
      </p:sp>
      <p:sp>
        <p:nvSpPr>
          <p:cNvPr id="7" name="Slide Number Placeholder 6">
            <a:extLst>
              <a:ext uri="{FF2B5EF4-FFF2-40B4-BE49-F238E27FC236}">
                <a16:creationId xmlns:a16="http://schemas.microsoft.com/office/drawing/2014/main" id="{C198CA14-345C-4F3F-85D3-748718383803}"/>
              </a:ext>
            </a:extLst>
          </p:cNvPr>
          <p:cNvSpPr>
            <a:spLocks noGrp="1"/>
          </p:cNvSpPr>
          <p:nvPr>
            <p:ph type="sldNum" sz="quarter" idx="12"/>
          </p:nvPr>
        </p:nvSpPr>
        <p:spPr/>
        <p:txBody>
          <a:bodyPr/>
          <a:lstStyle/>
          <a:p>
            <a:fld id="{5B4F5413-E548-45A8-B9DD-11B71454D5CA}" type="slidenum">
              <a:rPr lang="en-US" smtClean="0"/>
              <a:pPr/>
              <a:t>16</a:t>
            </a:fld>
            <a:endParaRPr lang="en-US" dirty="0"/>
          </a:p>
        </p:txBody>
      </p:sp>
      <p:sp>
        <p:nvSpPr>
          <p:cNvPr id="9" name="TextBox 8">
            <a:extLst>
              <a:ext uri="{FF2B5EF4-FFF2-40B4-BE49-F238E27FC236}">
                <a16:creationId xmlns:a16="http://schemas.microsoft.com/office/drawing/2014/main" id="{80D40286-233E-C7F2-1B3B-C530BD060E45}"/>
              </a:ext>
            </a:extLst>
          </p:cNvPr>
          <p:cNvSpPr txBox="1"/>
          <p:nvPr/>
        </p:nvSpPr>
        <p:spPr>
          <a:xfrm>
            <a:off x="1487488" y="5661248"/>
            <a:ext cx="9313156" cy="369332"/>
          </a:xfrm>
          <a:prstGeom prst="rect">
            <a:avLst/>
          </a:prstGeom>
          <a:noFill/>
        </p:spPr>
        <p:txBody>
          <a:bodyPr wrap="square" rtlCol="0">
            <a:spAutoFit/>
          </a:bodyPr>
          <a:lstStyle/>
          <a:p>
            <a:pPr algn="ctr"/>
            <a:r>
              <a:rPr lang="en-IN"/>
              <a:t>Home page</a:t>
            </a:r>
          </a:p>
        </p:txBody>
      </p:sp>
    </p:spTree>
    <p:extLst>
      <p:ext uri="{BB962C8B-B14F-4D97-AF65-F5344CB8AC3E}">
        <p14:creationId xmlns:p14="http://schemas.microsoft.com/office/powerpoint/2010/main" val="13854275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91356" y="191482"/>
            <a:ext cx="9409288" cy="714396"/>
          </a:xfrm>
        </p:spPr>
        <p:txBody>
          <a:bodyPr>
            <a:normAutofit/>
          </a:bodyPr>
          <a:lstStyle/>
          <a:p>
            <a:pPr algn="ctr"/>
            <a:r>
              <a:rPr lang="en-US" sz="3200" b="1">
                <a:solidFill>
                  <a:schemeClr val="accent1">
                    <a:lumMod val="75000"/>
                  </a:schemeClr>
                </a:solidFill>
                <a:latin typeface="Times New Roman" pitchFamily="18" charset="0"/>
                <a:cs typeface="Times New Roman" pitchFamily="18" charset="0"/>
              </a:rPr>
              <a:t>Screenshots</a:t>
            </a:r>
            <a:endParaRPr lang="en-IN" sz="3200" dirty="0">
              <a:solidFill>
                <a:schemeClr val="accent1">
                  <a:lumMod val="75000"/>
                </a:schemeClr>
              </a:solidFill>
              <a:latin typeface="Times New Roman" pitchFamily="18" charset="0"/>
              <a:cs typeface="Times New Roman" pitchFamily="18" charset="0"/>
            </a:endParaRPr>
          </a:p>
        </p:txBody>
      </p:sp>
      <p:pic>
        <p:nvPicPr>
          <p:cNvPr id="8" name="Content Placeholder 7">
            <a:extLst>
              <a:ext uri="{FF2B5EF4-FFF2-40B4-BE49-F238E27FC236}">
                <a16:creationId xmlns:a16="http://schemas.microsoft.com/office/drawing/2014/main" id="{484CE4D9-919E-7AFE-CF76-922B608EAC21}"/>
              </a:ext>
            </a:extLst>
          </p:cNvPr>
          <p:cNvPicPr>
            <a:picLocks noGrp="1" noChangeAspect="1"/>
          </p:cNvPicPr>
          <p:nvPr>
            <p:ph idx="1"/>
          </p:nvPr>
        </p:nvPicPr>
        <p:blipFill rotWithShape="1">
          <a:blip r:embed="rId3">
            <a:extLst>
              <a:ext uri="{28A0092B-C50C-407E-A947-70E740481C1C}">
                <a14:useLocalDpi xmlns:a14="http://schemas.microsoft.com/office/drawing/2010/main" val="0"/>
              </a:ext>
            </a:extLst>
          </a:blip>
          <a:srcRect t="8109" b="7539"/>
          <a:stretch/>
        </p:blipFill>
        <p:spPr>
          <a:xfrm>
            <a:off x="1391356" y="905878"/>
            <a:ext cx="9409288" cy="4464496"/>
          </a:xfrm>
        </p:spPr>
      </p:pic>
      <p:sp>
        <p:nvSpPr>
          <p:cNvPr id="5" name="Date Placeholder 4">
            <a:extLst>
              <a:ext uri="{FF2B5EF4-FFF2-40B4-BE49-F238E27FC236}">
                <a16:creationId xmlns:a16="http://schemas.microsoft.com/office/drawing/2014/main" id="{BA33232D-C5B6-4904-B0FD-67D9A472EF55}"/>
              </a:ext>
            </a:extLst>
          </p:cNvPr>
          <p:cNvSpPr>
            <a:spLocks noGrp="1"/>
          </p:cNvSpPr>
          <p:nvPr>
            <p:ph type="dt" sz="half" idx="10"/>
          </p:nvPr>
        </p:nvSpPr>
        <p:spPr/>
        <p:txBody>
          <a:bodyPr/>
          <a:lstStyle/>
          <a:p>
            <a:r>
              <a:rPr lang="en-US"/>
              <a:t>VIII Semester, Department of ISE, RNSIT</a:t>
            </a:r>
            <a:endParaRPr lang="en-US" dirty="0"/>
          </a:p>
        </p:txBody>
      </p:sp>
      <p:sp>
        <p:nvSpPr>
          <p:cNvPr id="4" name="Footer Placeholder 3">
            <a:extLst>
              <a:ext uri="{FF2B5EF4-FFF2-40B4-BE49-F238E27FC236}">
                <a16:creationId xmlns:a16="http://schemas.microsoft.com/office/drawing/2014/main" id="{93F751C5-4D03-4713-B38A-E84F63B94AB2}"/>
              </a:ext>
            </a:extLst>
          </p:cNvPr>
          <p:cNvSpPr>
            <a:spLocks noGrp="1"/>
          </p:cNvSpPr>
          <p:nvPr>
            <p:ph type="ftr" sz="quarter" idx="11"/>
          </p:nvPr>
        </p:nvSpPr>
        <p:spPr/>
        <p:txBody>
          <a:bodyPr/>
          <a:lstStyle/>
          <a:p>
            <a:r>
              <a:rPr lang="en-US"/>
              <a:t>2022 - 2023</a:t>
            </a:r>
            <a:endParaRPr lang="en-US" dirty="0"/>
          </a:p>
        </p:txBody>
      </p:sp>
      <p:sp>
        <p:nvSpPr>
          <p:cNvPr id="7" name="Slide Number Placeholder 6">
            <a:extLst>
              <a:ext uri="{FF2B5EF4-FFF2-40B4-BE49-F238E27FC236}">
                <a16:creationId xmlns:a16="http://schemas.microsoft.com/office/drawing/2014/main" id="{C198CA14-345C-4F3F-85D3-748718383803}"/>
              </a:ext>
            </a:extLst>
          </p:cNvPr>
          <p:cNvSpPr>
            <a:spLocks noGrp="1"/>
          </p:cNvSpPr>
          <p:nvPr>
            <p:ph type="sldNum" sz="quarter" idx="12"/>
          </p:nvPr>
        </p:nvSpPr>
        <p:spPr/>
        <p:txBody>
          <a:bodyPr/>
          <a:lstStyle/>
          <a:p>
            <a:fld id="{5B4F5413-E548-45A8-B9DD-11B71454D5CA}" type="slidenum">
              <a:rPr lang="en-US" smtClean="0"/>
              <a:pPr/>
              <a:t>17</a:t>
            </a:fld>
            <a:endParaRPr lang="en-US" dirty="0"/>
          </a:p>
        </p:txBody>
      </p:sp>
      <p:sp>
        <p:nvSpPr>
          <p:cNvPr id="9" name="TextBox 8">
            <a:extLst>
              <a:ext uri="{FF2B5EF4-FFF2-40B4-BE49-F238E27FC236}">
                <a16:creationId xmlns:a16="http://schemas.microsoft.com/office/drawing/2014/main" id="{80D40286-233E-C7F2-1B3B-C530BD060E45}"/>
              </a:ext>
            </a:extLst>
          </p:cNvPr>
          <p:cNvSpPr txBox="1"/>
          <p:nvPr/>
        </p:nvSpPr>
        <p:spPr>
          <a:xfrm>
            <a:off x="1487488" y="5661248"/>
            <a:ext cx="9313156" cy="369332"/>
          </a:xfrm>
          <a:prstGeom prst="rect">
            <a:avLst/>
          </a:prstGeom>
          <a:noFill/>
        </p:spPr>
        <p:txBody>
          <a:bodyPr wrap="square" rtlCol="0">
            <a:spAutoFit/>
          </a:bodyPr>
          <a:lstStyle/>
          <a:p>
            <a:pPr algn="ctr"/>
            <a:r>
              <a:rPr lang="en-IN"/>
              <a:t>All ads page</a:t>
            </a:r>
          </a:p>
        </p:txBody>
      </p:sp>
    </p:spTree>
    <p:extLst>
      <p:ext uri="{BB962C8B-B14F-4D97-AF65-F5344CB8AC3E}">
        <p14:creationId xmlns:p14="http://schemas.microsoft.com/office/powerpoint/2010/main" val="15364297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91356" y="191482"/>
            <a:ext cx="9409288" cy="714396"/>
          </a:xfrm>
        </p:spPr>
        <p:txBody>
          <a:bodyPr>
            <a:normAutofit/>
          </a:bodyPr>
          <a:lstStyle/>
          <a:p>
            <a:pPr algn="ctr"/>
            <a:r>
              <a:rPr lang="en-US" sz="3200" b="1">
                <a:solidFill>
                  <a:schemeClr val="accent1">
                    <a:lumMod val="75000"/>
                  </a:schemeClr>
                </a:solidFill>
                <a:latin typeface="Times New Roman" pitchFamily="18" charset="0"/>
                <a:cs typeface="Times New Roman" pitchFamily="18" charset="0"/>
              </a:rPr>
              <a:t>Screenshots</a:t>
            </a:r>
            <a:endParaRPr lang="en-IN" sz="3200" dirty="0">
              <a:solidFill>
                <a:schemeClr val="accent1">
                  <a:lumMod val="75000"/>
                </a:schemeClr>
              </a:solidFill>
              <a:latin typeface="Times New Roman" pitchFamily="18" charset="0"/>
              <a:cs typeface="Times New Roman" pitchFamily="18" charset="0"/>
            </a:endParaRPr>
          </a:p>
        </p:txBody>
      </p:sp>
      <p:pic>
        <p:nvPicPr>
          <p:cNvPr id="8" name="Content Placeholder 7">
            <a:extLst>
              <a:ext uri="{FF2B5EF4-FFF2-40B4-BE49-F238E27FC236}">
                <a16:creationId xmlns:a16="http://schemas.microsoft.com/office/drawing/2014/main" id="{484CE4D9-919E-7AFE-CF76-922B608EAC21}"/>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t="7824" b="7824"/>
          <a:stretch/>
        </p:blipFill>
        <p:spPr>
          <a:xfrm>
            <a:off x="1391356" y="905878"/>
            <a:ext cx="9409288" cy="4464496"/>
          </a:xfrm>
        </p:spPr>
      </p:pic>
      <p:sp>
        <p:nvSpPr>
          <p:cNvPr id="5" name="Date Placeholder 4">
            <a:extLst>
              <a:ext uri="{FF2B5EF4-FFF2-40B4-BE49-F238E27FC236}">
                <a16:creationId xmlns:a16="http://schemas.microsoft.com/office/drawing/2014/main" id="{BA33232D-C5B6-4904-B0FD-67D9A472EF55}"/>
              </a:ext>
            </a:extLst>
          </p:cNvPr>
          <p:cNvSpPr>
            <a:spLocks noGrp="1"/>
          </p:cNvSpPr>
          <p:nvPr>
            <p:ph type="dt" sz="half" idx="10"/>
          </p:nvPr>
        </p:nvSpPr>
        <p:spPr/>
        <p:txBody>
          <a:bodyPr/>
          <a:lstStyle/>
          <a:p>
            <a:r>
              <a:rPr lang="en-US"/>
              <a:t>VIII Semester, Department of ISE, RNSIT</a:t>
            </a:r>
            <a:endParaRPr lang="en-US" dirty="0"/>
          </a:p>
        </p:txBody>
      </p:sp>
      <p:sp>
        <p:nvSpPr>
          <p:cNvPr id="4" name="Footer Placeholder 3">
            <a:extLst>
              <a:ext uri="{FF2B5EF4-FFF2-40B4-BE49-F238E27FC236}">
                <a16:creationId xmlns:a16="http://schemas.microsoft.com/office/drawing/2014/main" id="{93F751C5-4D03-4713-B38A-E84F63B94AB2}"/>
              </a:ext>
            </a:extLst>
          </p:cNvPr>
          <p:cNvSpPr>
            <a:spLocks noGrp="1"/>
          </p:cNvSpPr>
          <p:nvPr>
            <p:ph type="ftr" sz="quarter" idx="11"/>
          </p:nvPr>
        </p:nvSpPr>
        <p:spPr/>
        <p:txBody>
          <a:bodyPr/>
          <a:lstStyle/>
          <a:p>
            <a:r>
              <a:rPr lang="en-US"/>
              <a:t>2022 - 2023</a:t>
            </a:r>
            <a:endParaRPr lang="en-US" dirty="0"/>
          </a:p>
        </p:txBody>
      </p:sp>
      <p:sp>
        <p:nvSpPr>
          <p:cNvPr id="7" name="Slide Number Placeholder 6">
            <a:extLst>
              <a:ext uri="{FF2B5EF4-FFF2-40B4-BE49-F238E27FC236}">
                <a16:creationId xmlns:a16="http://schemas.microsoft.com/office/drawing/2014/main" id="{C198CA14-345C-4F3F-85D3-748718383803}"/>
              </a:ext>
            </a:extLst>
          </p:cNvPr>
          <p:cNvSpPr>
            <a:spLocks noGrp="1"/>
          </p:cNvSpPr>
          <p:nvPr>
            <p:ph type="sldNum" sz="quarter" idx="12"/>
          </p:nvPr>
        </p:nvSpPr>
        <p:spPr/>
        <p:txBody>
          <a:bodyPr/>
          <a:lstStyle/>
          <a:p>
            <a:fld id="{5B4F5413-E548-45A8-B9DD-11B71454D5CA}" type="slidenum">
              <a:rPr lang="en-US" smtClean="0"/>
              <a:pPr/>
              <a:t>18</a:t>
            </a:fld>
            <a:endParaRPr lang="en-US" dirty="0"/>
          </a:p>
        </p:txBody>
      </p:sp>
      <p:sp>
        <p:nvSpPr>
          <p:cNvPr id="9" name="TextBox 8">
            <a:extLst>
              <a:ext uri="{FF2B5EF4-FFF2-40B4-BE49-F238E27FC236}">
                <a16:creationId xmlns:a16="http://schemas.microsoft.com/office/drawing/2014/main" id="{80D40286-233E-C7F2-1B3B-C530BD060E45}"/>
              </a:ext>
            </a:extLst>
          </p:cNvPr>
          <p:cNvSpPr txBox="1"/>
          <p:nvPr/>
        </p:nvSpPr>
        <p:spPr>
          <a:xfrm>
            <a:off x="1487488" y="5661248"/>
            <a:ext cx="9313156" cy="369332"/>
          </a:xfrm>
          <a:prstGeom prst="rect">
            <a:avLst/>
          </a:prstGeom>
          <a:noFill/>
        </p:spPr>
        <p:txBody>
          <a:bodyPr wrap="square" rtlCol="0">
            <a:spAutoFit/>
          </a:bodyPr>
          <a:lstStyle/>
          <a:p>
            <a:pPr algn="ctr"/>
            <a:r>
              <a:rPr lang="en-IN"/>
              <a:t>Post new ad page</a:t>
            </a:r>
          </a:p>
        </p:txBody>
      </p:sp>
    </p:spTree>
    <p:extLst>
      <p:ext uri="{BB962C8B-B14F-4D97-AF65-F5344CB8AC3E}">
        <p14:creationId xmlns:p14="http://schemas.microsoft.com/office/powerpoint/2010/main" val="36554541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63552" y="191482"/>
            <a:ext cx="7467600" cy="714396"/>
          </a:xfrm>
        </p:spPr>
        <p:txBody>
          <a:bodyPr>
            <a:normAutofit/>
          </a:bodyPr>
          <a:lstStyle/>
          <a:p>
            <a:pPr algn="ctr"/>
            <a:r>
              <a:rPr lang="en-US" sz="3200" b="1">
                <a:solidFill>
                  <a:schemeClr val="accent1">
                    <a:lumMod val="75000"/>
                  </a:schemeClr>
                </a:solidFill>
                <a:latin typeface="Times New Roman" pitchFamily="18" charset="0"/>
                <a:cs typeface="Times New Roman" pitchFamily="18" charset="0"/>
              </a:rPr>
              <a:t>Conclusion and Future Enhancement</a:t>
            </a:r>
            <a:endParaRPr lang="en-IN" sz="3200" dirty="0">
              <a:solidFill>
                <a:schemeClr val="accent1">
                  <a:lumMod val="75000"/>
                </a:schemeClr>
              </a:solidFill>
              <a:latin typeface="Times New Roman" pitchFamily="18" charset="0"/>
              <a:cs typeface="Times New Roman" pitchFamily="18" charset="0"/>
            </a:endParaRPr>
          </a:p>
        </p:txBody>
      </p:sp>
      <p:sp>
        <p:nvSpPr>
          <p:cNvPr id="3" name="Content Placeholder 2"/>
          <p:cNvSpPr>
            <a:spLocks noGrp="1"/>
          </p:cNvSpPr>
          <p:nvPr>
            <p:ph idx="1"/>
          </p:nvPr>
        </p:nvSpPr>
        <p:spPr>
          <a:xfrm>
            <a:off x="838200" y="944724"/>
            <a:ext cx="10515600" cy="5292588"/>
          </a:xfrm>
        </p:spPr>
        <p:txBody>
          <a:bodyPr>
            <a:normAutofit lnSpcReduction="10000"/>
          </a:bodyPr>
          <a:lstStyle/>
          <a:p>
            <a:pPr marL="0" indent="0" algn="just">
              <a:lnSpc>
                <a:spcPct val="100000"/>
              </a:lnSpc>
              <a:buNone/>
            </a:pPr>
            <a:r>
              <a:rPr lang="en-US" sz="2000" b="1">
                <a:latin typeface="Times New Roman" panose="02020603050405020304" pitchFamily="18" charset="0"/>
                <a:cs typeface="Times New Roman" panose="02020603050405020304" pitchFamily="18" charset="0"/>
              </a:rPr>
              <a:t>CONCLUSION</a:t>
            </a:r>
          </a:p>
          <a:p>
            <a:pPr algn="just">
              <a:lnSpc>
                <a:spcPct val="100000"/>
              </a:lnSpc>
            </a:pPr>
            <a:r>
              <a:rPr lang="en-US" sz="2000">
                <a:latin typeface="Times New Roman" panose="02020603050405020304" pitchFamily="18" charset="0"/>
                <a:cs typeface="Times New Roman" panose="02020603050405020304" pitchFamily="18" charset="0"/>
              </a:rPr>
              <a:t>This project was an attempt to make the structure and working of an Classified website simple and user-friendly. </a:t>
            </a:r>
          </a:p>
          <a:p>
            <a:pPr algn="just">
              <a:lnSpc>
                <a:spcPct val="100000"/>
              </a:lnSpc>
            </a:pPr>
            <a:r>
              <a:rPr lang="en-US" sz="2000">
                <a:latin typeface="Times New Roman" panose="02020603050405020304" pitchFamily="18" charset="0"/>
                <a:cs typeface="Times New Roman" panose="02020603050405020304" pitchFamily="18" charset="0"/>
              </a:rPr>
              <a:t>This was an attempt to make it similar to the real world implementation. </a:t>
            </a:r>
          </a:p>
          <a:p>
            <a:pPr algn="just">
              <a:lnSpc>
                <a:spcPct val="100000"/>
              </a:lnSpc>
            </a:pPr>
            <a:r>
              <a:rPr lang="en-US" sz="2000">
                <a:latin typeface="Times New Roman" panose="02020603050405020304" pitchFamily="18" charset="0"/>
                <a:cs typeface="Times New Roman" panose="02020603050405020304" pitchFamily="18" charset="0"/>
              </a:rPr>
              <a:t>In this scenario, all the undertakings of the Online Marketplace was achieved in a constructive manner. </a:t>
            </a:r>
          </a:p>
          <a:p>
            <a:pPr algn="just">
              <a:lnSpc>
                <a:spcPct val="100000"/>
              </a:lnSpc>
            </a:pPr>
            <a:r>
              <a:rPr lang="en-US" sz="2000">
                <a:latin typeface="Times New Roman" panose="02020603050405020304" pitchFamily="18" charset="0"/>
                <a:cs typeface="Times New Roman" panose="02020603050405020304" pitchFamily="18" charset="0"/>
              </a:rPr>
              <a:t>Given the right guidance and support its applications and availability can be enhanced.</a:t>
            </a:r>
          </a:p>
          <a:p>
            <a:pPr marL="0" indent="0" algn="just">
              <a:lnSpc>
                <a:spcPct val="100000"/>
              </a:lnSpc>
              <a:buNone/>
            </a:pPr>
            <a:endParaRPr lang="en-US" sz="2000">
              <a:latin typeface="Times New Roman" panose="02020603050405020304" pitchFamily="18" charset="0"/>
              <a:cs typeface="Times New Roman" panose="02020603050405020304" pitchFamily="18" charset="0"/>
            </a:endParaRPr>
          </a:p>
          <a:p>
            <a:pPr marL="0" indent="0" algn="just">
              <a:lnSpc>
                <a:spcPct val="100000"/>
              </a:lnSpc>
              <a:buNone/>
            </a:pPr>
            <a:r>
              <a:rPr lang="en-US" sz="2000" b="1">
                <a:latin typeface="Times New Roman" panose="02020603050405020304" pitchFamily="18" charset="0"/>
                <a:cs typeface="Times New Roman" panose="02020603050405020304" pitchFamily="18" charset="0"/>
              </a:rPr>
              <a:t>FUTURE ENHANCEMENT</a:t>
            </a:r>
          </a:p>
          <a:p>
            <a:pPr algn="just">
              <a:lnSpc>
                <a:spcPct val="100000"/>
              </a:lnSpc>
            </a:pPr>
            <a:r>
              <a:rPr lang="en-US" sz="2000">
                <a:latin typeface="Times New Roman" panose="02020603050405020304" pitchFamily="18" charset="0"/>
                <a:cs typeface="Times New Roman" panose="02020603050405020304" pitchFamily="18" charset="0"/>
              </a:rPr>
              <a:t>Making the UI more interactive.</a:t>
            </a:r>
          </a:p>
          <a:p>
            <a:pPr algn="just">
              <a:lnSpc>
                <a:spcPct val="100000"/>
              </a:lnSpc>
            </a:pPr>
            <a:r>
              <a:rPr lang="en-US" sz="2000">
                <a:latin typeface="Times New Roman" panose="02020603050405020304" pitchFamily="18" charset="0"/>
                <a:cs typeface="Times New Roman" panose="02020603050405020304" pitchFamily="18" charset="0"/>
              </a:rPr>
              <a:t>Adding new features such as review system, where the buyer can rate the seller.</a:t>
            </a:r>
          </a:p>
          <a:p>
            <a:pPr algn="just">
              <a:lnSpc>
                <a:spcPct val="100000"/>
              </a:lnSpc>
            </a:pPr>
            <a:r>
              <a:rPr lang="en-US" sz="2000">
                <a:latin typeface="Times New Roman" panose="02020603050405020304" pitchFamily="18" charset="0"/>
                <a:cs typeface="Times New Roman" panose="02020603050405020304" pitchFamily="18" charset="0"/>
              </a:rPr>
              <a:t>Making the project more real time based by adding in app chat and transanction system.</a:t>
            </a:r>
          </a:p>
          <a:p>
            <a:pPr algn="just">
              <a:lnSpc>
                <a:spcPct val="100000"/>
              </a:lnSpc>
            </a:pPr>
            <a:r>
              <a:rPr lang="en-US" sz="2000">
                <a:latin typeface="Times New Roman" panose="02020603050405020304" pitchFamily="18" charset="0"/>
                <a:cs typeface="Times New Roman" panose="02020603050405020304" pitchFamily="18" charset="0"/>
              </a:rPr>
              <a:t>Hosting it on an online web server. </a:t>
            </a:r>
          </a:p>
        </p:txBody>
      </p:sp>
      <p:sp>
        <p:nvSpPr>
          <p:cNvPr id="5" name="Date Placeholder 4">
            <a:extLst>
              <a:ext uri="{FF2B5EF4-FFF2-40B4-BE49-F238E27FC236}">
                <a16:creationId xmlns:a16="http://schemas.microsoft.com/office/drawing/2014/main" id="{BA33232D-C5B6-4904-B0FD-67D9A472EF55}"/>
              </a:ext>
            </a:extLst>
          </p:cNvPr>
          <p:cNvSpPr>
            <a:spLocks noGrp="1"/>
          </p:cNvSpPr>
          <p:nvPr>
            <p:ph type="dt" sz="half" idx="10"/>
          </p:nvPr>
        </p:nvSpPr>
        <p:spPr/>
        <p:txBody>
          <a:bodyPr/>
          <a:lstStyle/>
          <a:p>
            <a:r>
              <a:rPr lang="en-US"/>
              <a:t>VIII Semester, Department of ISE, RNSIT</a:t>
            </a:r>
            <a:endParaRPr lang="en-US" dirty="0"/>
          </a:p>
        </p:txBody>
      </p:sp>
      <p:sp>
        <p:nvSpPr>
          <p:cNvPr id="4" name="Footer Placeholder 3">
            <a:extLst>
              <a:ext uri="{FF2B5EF4-FFF2-40B4-BE49-F238E27FC236}">
                <a16:creationId xmlns:a16="http://schemas.microsoft.com/office/drawing/2014/main" id="{93F751C5-4D03-4713-B38A-E84F63B94AB2}"/>
              </a:ext>
            </a:extLst>
          </p:cNvPr>
          <p:cNvSpPr>
            <a:spLocks noGrp="1"/>
          </p:cNvSpPr>
          <p:nvPr>
            <p:ph type="ftr" sz="quarter" idx="11"/>
          </p:nvPr>
        </p:nvSpPr>
        <p:spPr/>
        <p:txBody>
          <a:bodyPr/>
          <a:lstStyle/>
          <a:p>
            <a:r>
              <a:rPr lang="en-US"/>
              <a:t>2022 - 2023</a:t>
            </a:r>
            <a:endParaRPr lang="en-US" dirty="0"/>
          </a:p>
        </p:txBody>
      </p:sp>
      <p:sp>
        <p:nvSpPr>
          <p:cNvPr id="7" name="Slide Number Placeholder 6">
            <a:extLst>
              <a:ext uri="{FF2B5EF4-FFF2-40B4-BE49-F238E27FC236}">
                <a16:creationId xmlns:a16="http://schemas.microsoft.com/office/drawing/2014/main" id="{C198CA14-345C-4F3F-85D3-748718383803}"/>
              </a:ext>
            </a:extLst>
          </p:cNvPr>
          <p:cNvSpPr>
            <a:spLocks noGrp="1"/>
          </p:cNvSpPr>
          <p:nvPr>
            <p:ph type="sldNum" sz="quarter" idx="12"/>
          </p:nvPr>
        </p:nvSpPr>
        <p:spPr/>
        <p:txBody>
          <a:bodyPr/>
          <a:lstStyle/>
          <a:p>
            <a:fld id="{5B4F5413-E548-45A8-B9DD-11B71454D5CA}" type="slidenum">
              <a:rPr lang="en-US" smtClean="0"/>
              <a:pPr/>
              <a:t>19</a:t>
            </a:fld>
            <a:endParaRPr lang="en-US" dirty="0"/>
          </a:p>
        </p:txBody>
      </p:sp>
    </p:spTree>
    <p:extLst>
      <p:ext uri="{BB962C8B-B14F-4D97-AF65-F5344CB8AC3E}">
        <p14:creationId xmlns:p14="http://schemas.microsoft.com/office/powerpoint/2010/main" val="35613741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83432" y="136525"/>
            <a:ext cx="10370368" cy="6219825"/>
          </a:xfrm>
        </p:spPr>
        <p:txBody>
          <a:bodyPr>
            <a:normAutofit/>
          </a:bodyPr>
          <a:lstStyle/>
          <a:p>
            <a:pPr algn="ctr">
              <a:buNone/>
            </a:pPr>
            <a:endParaRPr lang="en-US" sz="2400" b="1">
              <a:solidFill>
                <a:schemeClr val="accent1">
                  <a:lumMod val="75000"/>
                </a:schemeClr>
              </a:solidFill>
              <a:latin typeface="Times New Roman" pitchFamily="18" charset="0"/>
              <a:cs typeface="Times New Roman" pitchFamily="18" charset="0"/>
            </a:endParaRPr>
          </a:p>
          <a:p>
            <a:pPr algn="ctr">
              <a:buNone/>
            </a:pPr>
            <a:r>
              <a:rPr lang="en-US" sz="3200" b="1">
                <a:solidFill>
                  <a:schemeClr val="accent1"/>
                </a:solidFill>
                <a:latin typeface="Times New Roman" pitchFamily="18" charset="0"/>
                <a:cs typeface="Times New Roman" pitchFamily="18" charset="0"/>
              </a:rPr>
              <a:t>REFERENCES</a:t>
            </a:r>
          </a:p>
          <a:p>
            <a:pPr>
              <a:buNone/>
            </a:pPr>
            <a:r>
              <a:rPr lang="en-US" sz="2400">
                <a:solidFill>
                  <a:schemeClr val="tx1">
                    <a:lumMod val="75000"/>
                    <a:lumOff val="25000"/>
                  </a:schemeClr>
                </a:solidFill>
              </a:rPr>
              <a:t> </a:t>
            </a:r>
          </a:p>
          <a:p>
            <a:pPr marL="0" indent="0" algn="just">
              <a:buNone/>
            </a:pPr>
            <a:r>
              <a:rPr lang="en-IN" sz="2000">
                <a:latin typeface="Times New Roman" panose="02020603050405020304" pitchFamily="18" charset="0"/>
                <a:cs typeface="Times New Roman" panose="02020603050405020304" pitchFamily="18" charset="0"/>
              </a:rPr>
              <a:t>[1] Raghu Ramakrishnan and Johannes Gehrke, Database Management Systems, McGRAW HILL, 3rd Edition.</a:t>
            </a:r>
          </a:p>
          <a:p>
            <a:pPr marL="0" indent="0" algn="just">
              <a:buNone/>
            </a:pPr>
            <a:r>
              <a:rPr lang="en-IN" sz="2000">
                <a:latin typeface="Times New Roman" panose="02020603050405020304" pitchFamily="18" charset="0"/>
                <a:cs typeface="Times New Roman" panose="02020603050405020304" pitchFamily="18" charset="0"/>
              </a:rPr>
              <a:t>[2] Ramez Elmasri and Shamkant B. Navathe, Fundamentals of Database Systems, Pearson, 7th Edition. </a:t>
            </a:r>
          </a:p>
          <a:p>
            <a:pPr marL="0" indent="0" algn="just">
              <a:buNone/>
            </a:pPr>
            <a:r>
              <a:rPr lang="en-IN" sz="2000">
                <a:latin typeface="Times New Roman" panose="02020603050405020304" pitchFamily="18" charset="0"/>
                <a:cs typeface="Times New Roman" panose="02020603050405020304" pitchFamily="18" charset="0"/>
              </a:rPr>
              <a:t>[3] </a:t>
            </a:r>
            <a:r>
              <a:rPr lang="en-IN" sz="2000">
                <a:latin typeface="Times New Roman" panose="02020603050405020304" pitchFamily="18" charset="0"/>
                <a:cs typeface="Times New Roman" panose="02020603050405020304" pitchFamily="18" charset="0"/>
                <a:hlinkClick r:id="rId2"/>
              </a:rPr>
              <a:t>www.stackoverflow.com</a:t>
            </a:r>
            <a:endParaRPr lang="en-IN" sz="2000">
              <a:latin typeface="Times New Roman" panose="02020603050405020304" pitchFamily="18" charset="0"/>
              <a:cs typeface="Times New Roman" panose="02020603050405020304" pitchFamily="18" charset="0"/>
            </a:endParaRPr>
          </a:p>
          <a:p>
            <a:pPr marL="0" indent="0" algn="just">
              <a:buNone/>
            </a:pPr>
            <a:r>
              <a:rPr lang="en-IN" sz="2000">
                <a:latin typeface="Times New Roman" panose="02020603050405020304" pitchFamily="18" charset="0"/>
                <a:cs typeface="Times New Roman" panose="02020603050405020304" pitchFamily="18" charset="0"/>
              </a:rPr>
              <a:t>[4] www.mysql.com/doc </a:t>
            </a:r>
          </a:p>
          <a:p>
            <a:pPr marL="0" indent="0" algn="just">
              <a:buNone/>
            </a:pPr>
            <a:r>
              <a:rPr lang="en-IN" sz="2000">
                <a:latin typeface="Times New Roman" panose="02020603050405020304" pitchFamily="18" charset="0"/>
                <a:cs typeface="Times New Roman" panose="02020603050405020304" pitchFamily="18" charset="0"/>
              </a:rPr>
              <a:t>[5] </a:t>
            </a:r>
            <a:r>
              <a:rPr lang="en-IN" sz="2000">
                <a:latin typeface="Times New Roman" panose="02020603050405020304" pitchFamily="18" charset="0"/>
                <a:cs typeface="Times New Roman" panose="02020603050405020304" pitchFamily="18" charset="0"/>
                <a:hlinkClick r:id="rId3"/>
              </a:rPr>
              <a:t>https://docs.microsoft.com</a:t>
            </a:r>
            <a:endParaRPr lang="en-IN" sz="2000">
              <a:latin typeface="Times New Roman" panose="02020603050405020304" pitchFamily="18" charset="0"/>
              <a:cs typeface="Times New Roman" panose="02020603050405020304" pitchFamily="18" charset="0"/>
            </a:endParaRPr>
          </a:p>
          <a:p>
            <a:pPr marL="0" indent="0" algn="just">
              <a:buNone/>
            </a:pPr>
            <a:r>
              <a:rPr lang="en-IN" sz="2000">
                <a:latin typeface="Times New Roman" panose="02020603050405020304" pitchFamily="18" charset="0"/>
                <a:cs typeface="Times New Roman" panose="02020603050405020304" pitchFamily="18" charset="0"/>
              </a:rPr>
              <a:t>[6] </a:t>
            </a:r>
            <a:r>
              <a:rPr lang="en-IN" sz="2000">
                <a:latin typeface="Times New Roman" panose="02020603050405020304" pitchFamily="18" charset="0"/>
                <a:cs typeface="Times New Roman" panose="02020603050405020304" pitchFamily="18" charset="0"/>
                <a:hlinkClick r:id="rId4"/>
              </a:rPr>
              <a:t>https://www.geeksforgeeks.org</a:t>
            </a:r>
            <a:endParaRPr lang="en-IN" sz="2000">
              <a:latin typeface="Times New Roman" panose="02020603050405020304" pitchFamily="18" charset="0"/>
              <a:cs typeface="Times New Roman" panose="02020603050405020304" pitchFamily="18" charset="0"/>
            </a:endParaRPr>
          </a:p>
          <a:p>
            <a:pPr marL="0" indent="0" algn="just">
              <a:buNone/>
            </a:pPr>
            <a:r>
              <a:rPr lang="en-IN" sz="2000">
                <a:latin typeface="Times New Roman" panose="02020603050405020304" pitchFamily="18" charset="0"/>
                <a:cs typeface="Times New Roman" panose="02020603050405020304" pitchFamily="18" charset="0"/>
              </a:rPr>
              <a:t>[7] https://www.rapidapi.org</a:t>
            </a:r>
            <a:endParaRPr lang="en-US" sz="2000" b="1" dirty="0">
              <a:solidFill>
                <a:schemeClr val="tx1">
                  <a:lumMod val="75000"/>
                  <a:lumOff val="25000"/>
                </a:schemeClr>
              </a:solidFill>
              <a:latin typeface="Times New Roman" panose="02020603050405020304" pitchFamily="18" charset="0"/>
              <a:cs typeface="Times New Roman" pitchFamily="18" charset="0"/>
            </a:endParaRPr>
          </a:p>
        </p:txBody>
      </p:sp>
      <p:sp>
        <p:nvSpPr>
          <p:cNvPr id="4" name="Date Placeholder 3">
            <a:extLst>
              <a:ext uri="{FF2B5EF4-FFF2-40B4-BE49-F238E27FC236}">
                <a16:creationId xmlns:a16="http://schemas.microsoft.com/office/drawing/2014/main" id="{A7C2A149-87F3-4546-B37B-612BD139184B}"/>
              </a:ext>
            </a:extLst>
          </p:cNvPr>
          <p:cNvSpPr>
            <a:spLocks noGrp="1"/>
          </p:cNvSpPr>
          <p:nvPr>
            <p:ph type="dt" sz="half" idx="10"/>
          </p:nvPr>
        </p:nvSpPr>
        <p:spPr/>
        <p:txBody>
          <a:bodyPr/>
          <a:lstStyle/>
          <a:p>
            <a:r>
              <a:rPr lang="en-US"/>
              <a:t>VIII Semester, Department of ISE, RNSIT</a:t>
            </a:r>
            <a:endParaRPr lang="en-US" dirty="0"/>
          </a:p>
        </p:txBody>
      </p:sp>
      <p:sp>
        <p:nvSpPr>
          <p:cNvPr id="2" name="Footer Placeholder 1">
            <a:extLst>
              <a:ext uri="{FF2B5EF4-FFF2-40B4-BE49-F238E27FC236}">
                <a16:creationId xmlns:a16="http://schemas.microsoft.com/office/drawing/2014/main" id="{DFA78DEB-6914-4A76-B9B4-66FB89B00F93}"/>
              </a:ext>
            </a:extLst>
          </p:cNvPr>
          <p:cNvSpPr>
            <a:spLocks noGrp="1"/>
          </p:cNvSpPr>
          <p:nvPr>
            <p:ph type="ftr" sz="quarter" idx="11"/>
          </p:nvPr>
        </p:nvSpPr>
        <p:spPr/>
        <p:txBody>
          <a:bodyPr/>
          <a:lstStyle/>
          <a:p>
            <a:r>
              <a:rPr lang="en-US"/>
              <a:t>2022 - 2023</a:t>
            </a:r>
            <a:endParaRPr lang="en-US" dirty="0"/>
          </a:p>
        </p:txBody>
      </p:sp>
      <p:sp>
        <p:nvSpPr>
          <p:cNvPr id="6" name="Slide Number Placeholder 5">
            <a:extLst>
              <a:ext uri="{FF2B5EF4-FFF2-40B4-BE49-F238E27FC236}">
                <a16:creationId xmlns:a16="http://schemas.microsoft.com/office/drawing/2014/main" id="{8351C7A7-D0BC-42EC-8035-D91B8D8A8121}"/>
              </a:ext>
            </a:extLst>
          </p:cNvPr>
          <p:cNvSpPr>
            <a:spLocks noGrp="1"/>
          </p:cNvSpPr>
          <p:nvPr>
            <p:ph type="sldNum" sz="quarter" idx="12"/>
          </p:nvPr>
        </p:nvSpPr>
        <p:spPr/>
        <p:txBody>
          <a:bodyPr/>
          <a:lstStyle/>
          <a:p>
            <a:fld id="{5B4F5413-E548-45A8-B9DD-11B71454D5CA}" type="slidenum">
              <a:rPr lang="en-US" smtClean="0"/>
              <a:pPr/>
              <a:t>20</a:t>
            </a:fld>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83632" y="2132856"/>
            <a:ext cx="6428184" cy="990600"/>
          </a:xfrm>
        </p:spPr>
        <p:txBody>
          <a:bodyPr>
            <a:normAutofit/>
          </a:bodyPr>
          <a:lstStyle/>
          <a:p>
            <a:pPr algn="ctr"/>
            <a:r>
              <a:rPr lang="en-US" sz="4800" b="1" dirty="0">
                <a:ln w="10541" cmpd="sng">
                  <a:solidFill>
                    <a:schemeClr val="accent1">
                      <a:shade val="88000"/>
                      <a:satMod val="110000"/>
                    </a:schemeClr>
                  </a:solidFill>
                  <a:prstDash val="solid"/>
                </a:ln>
                <a:solidFill>
                  <a:srgbClr val="000066"/>
                </a:solidFill>
              </a:rPr>
              <a:t>Question and Answer</a:t>
            </a:r>
          </a:p>
        </p:txBody>
      </p:sp>
      <p:sp>
        <p:nvSpPr>
          <p:cNvPr id="4" name="Date Placeholder 3">
            <a:extLst>
              <a:ext uri="{FF2B5EF4-FFF2-40B4-BE49-F238E27FC236}">
                <a16:creationId xmlns:a16="http://schemas.microsoft.com/office/drawing/2014/main" id="{0DD6ABC9-2AA8-45D3-BBEA-5EDA91A7663B}"/>
              </a:ext>
            </a:extLst>
          </p:cNvPr>
          <p:cNvSpPr>
            <a:spLocks noGrp="1"/>
          </p:cNvSpPr>
          <p:nvPr>
            <p:ph type="dt" sz="half" idx="10"/>
          </p:nvPr>
        </p:nvSpPr>
        <p:spPr/>
        <p:txBody>
          <a:bodyPr/>
          <a:lstStyle/>
          <a:p>
            <a:r>
              <a:rPr lang="en-US"/>
              <a:t>VIII Semester, Department of ISE, RNSIT</a:t>
            </a:r>
            <a:endParaRPr lang="en-US" dirty="0"/>
          </a:p>
        </p:txBody>
      </p:sp>
      <p:sp>
        <p:nvSpPr>
          <p:cNvPr id="3" name="Footer Placeholder 2">
            <a:extLst>
              <a:ext uri="{FF2B5EF4-FFF2-40B4-BE49-F238E27FC236}">
                <a16:creationId xmlns:a16="http://schemas.microsoft.com/office/drawing/2014/main" id="{7BFABEAA-379F-4A82-AF2D-B81BD8E4AC4A}"/>
              </a:ext>
            </a:extLst>
          </p:cNvPr>
          <p:cNvSpPr>
            <a:spLocks noGrp="1"/>
          </p:cNvSpPr>
          <p:nvPr>
            <p:ph type="ftr" sz="quarter" idx="11"/>
          </p:nvPr>
        </p:nvSpPr>
        <p:spPr/>
        <p:txBody>
          <a:bodyPr/>
          <a:lstStyle/>
          <a:p>
            <a:r>
              <a:rPr lang="en-US"/>
              <a:t>2022 - 2023</a:t>
            </a:r>
            <a:endParaRPr lang="en-US" dirty="0"/>
          </a:p>
        </p:txBody>
      </p:sp>
      <p:sp>
        <p:nvSpPr>
          <p:cNvPr id="6" name="Slide Number Placeholder 5">
            <a:extLst>
              <a:ext uri="{FF2B5EF4-FFF2-40B4-BE49-F238E27FC236}">
                <a16:creationId xmlns:a16="http://schemas.microsoft.com/office/drawing/2014/main" id="{84D77451-EDE1-4F8C-ACC9-367848FE9A6A}"/>
              </a:ext>
            </a:extLst>
          </p:cNvPr>
          <p:cNvSpPr>
            <a:spLocks noGrp="1"/>
          </p:cNvSpPr>
          <p:nvPr>
            <p:ph type="sldNum" sz="quarter" idx="12"/>
          </p:nvPr>
        </p:nvSpPr>
        <p:spPr/>
        <p:txBody>
          <a:bodyPr/>
          <a:lstStyle/>
          <a:p>
            <a:fld id="{5B4F5413-E548-45A8-B9DD-11B71454D5CA}" type="slidenum">
              <a:rPr lang="en-US" smtClean="0"/>
              <a:pPr/>
              <a:t>21</a:t>
            </a:fld>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39616" y="2458552"/>
            <a:ext cx="6553200" cy="754424"/>
          </a:xfrm>
        </p:spPr>
        <p:txBody>
          <a:bodyPr>
            <a:normAutofit/>
          </a:bodyPr>
          <a:lstStyle/>
          <a:p>
            <a:pPr algn="ctr"/>
            <a:r>
              <a:rPr lang="en-US" sz="4800" b="1" dirty="0">
                <a:ln w="10541" cmpd="sng">
                  <a:solidFill>
                    <a:schemeClr val="accent1">
                      <a:shade val="88000"/>
                      <a:satMod val="110000"/>
                    </a:schemeClr>
                  </a:solidFill>
                  <a:prstDash val="solid"/>
                </a:ln>
                <a:solidFill>
                  <a:srgbClr val="000066"/>
                </a:solidFill>
              </a:rPr>
              <a:t>THANK YOU</a:t>
            </a:r>
          </a:p>
        </p:txBody>
      </p:sp>
      <p:sp>
        <p:nvSpPr>
          <p:cNvPr id="4" name="Date Placeholder 3">
            <a:extLst>
              <a:ext uri="{FF2B5EF4-FFF2-40B4-BE49-F238E27FC236}">
                <a16:creationId xmlns:a16="http://schemas.microsoft.com/office/drawing/2014/main" id="{4F225990-F38C-4DDC-86BA-7F06ABDAFCC0}"/>
              </a:ext>
            </a:extLst>
          </p:cNvPr>
          <p:cNvSpPr>
            <a:spLocks noGrp="1"/>
          </p:cNvSpPr>
          <p:nvPr>
            <p:ph type="dt" sz="half" idx="10"/>
          </p:nvPr>
        </p:nvSpPr>
        <p:spPr/>
        <p:txBody>
          <a:bodyPr/>
          <a:lstStyle/>
          <a:p>
            <a:r>
              <a:rPr lang="en-US"/>
              <a:t>VIII Semester, Department of ISE, RNSIT</a:t>
            </a:r>
            <a:endParaRPr lang="en-US" dirty="0"/>
          </a:p>
        </p:txBody>
      </p:sp>
      <p:sp>
        <p:nvSpPr>
          <p:cNvPr id="3" name="Footer Placeholder 2">
            <a:extLst>
              <a:ext uri="{FF2B5EF4-FFF2-40B4-BE49-F238E27FC236}">
                <a16:creationId xmlns:a16="http://schemas.microsoft.com/office/drawing/2014/main" id="{6E55FA4F-0ACB-4158-BB75-7AD52B710C35}"/>
              </a:ext>
            </a:extLst>
          </p:cNvPr>
          <p:cNvSpPr>
            <a:spLocks noGrp="1"/>
          </p:cNvSpPr>
          <p:nvPr>
            <p:ph type="ftr" sz="quarter" idx="11"/>
          </p:nvPr>
        </p:nvSpPr>
        <p:spPr/>
        <p:txBody>
          <a:bodyPr/>
          <a:lstStyle/>
          <a:p>
            <a:r>
              <a:rPr lang="en-US"/>
              <a:t>2022 - 2023</a:t>
            </a:r>
            <a:endParaRPr lang="en-US" dirty="0"/>
          </a:p>
        </p:txBody>
      </p:sp>
      <p:sp>
        <p:nvSpPr>
          <p:cNvPr id="6" name="Slide Number Placeholder 5">
            <a:extLst>
              <a:ext uri="{FF2B5EF4-FFF2-40B4-BE49-F238E27FC236}">
                <a16:creationId xmlns:a16="http://schemas.microsoft.com/office/drawing/2014/main" id="{CD602A3F-45C8-46FF-A99F-20E606B7B72B}"/>
              </a:ext>
            </a:extLst>
          </p:cNvPr>
          <p:cNvSpPr>
            <a:spLocks noGrp="1"/>
          </p:cNvSpPr>
          <p:nvPr>
            <p:ph type="sldNum" sz="quarter" idx="12"/>
          </p:nvPr>
        </p:nvSpPr>
        <p:spPr/>
        <p:txBody>
          <a:bodyPr/>
          <a:lstStyle/>
          <a:p>
            <a:fld id="{5B4F5413-E548-45A8-B9DD-11B71454D5CA}" type="slidenum">
              <a:rPr lang="en-US" smtClean="0"/>
              <a:pPr/>
              <a:t>22</a:t>
            </a:fld>
            <a:endParaRPr lang="en-US" dirty="0"/>
          </a:p>
        </p:txBody>
      </p:sp>
    </p:spTree>
    <p:extLst>
      <p:ext uri="{BB962C8B-B14F-4D97-AF65-F5344CB8AC3E}">
        <p14:creationId xmlns:p14="http://schemas.microsoft.com/office/powerpoint/2010/main" val="127039976"/>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Office Theme</Template>
  <TotalTime>3161</TotalTime>
  <Words>1997</Words>
  <Application>Microsoft Office PowerPoint</Application>
  <PresentationFormat>Widescreen</PresentationFormat>
  <Paragraphs>249</Paragraphs>
  <Slides>22</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Arial</vt:lpstr>
      <vt:lpstr>Calibri</vt:lpstr>
      <vt:lpstr>Calibri Light</vt:lpstr>
      <vt:lpstr>Times New Roman</vt:lpstr>
      <vt:lpstr>Wingdings</vt:lpstr>
      <vt:lpstr>Office Theme</vt:lpstr>
      <vt:lpstr>Online Marketplace </vt:lpstr>
      <vt:lpstr>AGENDA</vt:lpstr>
      <vt:lpstr>ABSTRACT </vt:lpstr>
      <vt:lpstr>About the Company</vt:lpstr>
      <vt:lpstr>CERTIFICATE</vt:lpstr>
      <vt:lpstr>INTRODUCTION </vt:lpstr>
      <vt:lpstr>OBJECTIVES </vt:lpstr>
      <vt:lpstr>TOOLS</vt:lpstr>
      <vt:lpstr>TOOLS</vt:lpstr>
      <vt:lpstr>TOOLS</vt:lpstr>
      <vt:lpstr>System Design </vt:lpstr>
      <vt:lpstr>Baic system flow diagram for new user </vt:lpstr>
      <vt:lpstr>Implementation / Coding</vt:lpstr>
      <vt:lpstr>Implementation / Coding</vt:lpstr>
      <vt:lpstr>Screenshots</vt:lpstr>
      <vt:lpstr>Screenshots</vt:lpstr>
      <vt:lpstr>Screenshots</vt:lpstr>
      <vt:lpstr>Screenshots</vt:lpstr>
      <vt:lpstr>Conclusion and Future Enhancement</vt:lpstr>
      <vt:lpstr>PowerPoint Presentation</vt:lpstr>
      <vt:lpstr>Question and Answer</vt:lpstr>
      <vt:lpstr>THANK YOU</vt:lpstr>
    </vt:vector>
  </TitlesOfParts>
  <Company>DARSHAN SATHYA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DARSHAN SATHYA</dc:creator>
  <cp:lastModifiedBy>Amardeep Kumar</cp:lastModifiedBy>
  <cp:revision>292</cp:revision>
  <dcterms:created xsi:type="dcterms:W3CDTF">2015-10-29T14:36:38Z</dcterms:created>
  <dcterms:modified xsi:type="dcterms:W3CDTF">2023-05-25T05:37:08Z</dcterms:modified>
</cp:coreProperties>
</file>